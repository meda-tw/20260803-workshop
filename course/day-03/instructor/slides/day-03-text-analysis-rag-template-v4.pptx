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59" r:id="rId2"/>
    <p:sldId id="257" r:id="rId3"/>
    <p:sldId id="262" r:id="rId4"/>
    <p:sldId id="263" r:id="rId5"/>
    <p:sldId id="264" r:id="rId6"/>
    <p:sldId id="258" r:id="rId7"/>
    <p:sldId id="266" r:id="rId8"/>
    <p:sldId id="267" r:id="rId9"/>
    <p:sldId id="268" r:id="rId10"/>
    <p:sldId id="269" r:id="rId11"/>
    <p:sldId id="270" r:id="rId12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64"/>
    <p:restoredTop sz="94643"/>
  </p:normalViewPr>
  <p:slideViewPr>
    <p:cSldViewPr snapToGrid="0" snapToObjects="1">
      <p:cViewPr>
        <p:scale>
          <a:sx n="97" d="100"/>
          <a:sy n="97" d="100"/>
        </p:scale>
        <p:origin x="1064" y="5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講師關鍵句：RAG 不讓模型取代文件；它讓模型先取得可回查的證據，再協助整理答案。
學生動作：回答時先問：這句話能回到哪份文件、哪個段落？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講師關鍵句：今天不是先做聊天畫面；先讓 AI 協助讀懂並整理文件。
學生動作：確認今天有兩個成果：分析表和可引用問答助手。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講師關鍵句：生成式 AI 的價值是協助閱讀與分類，不是取代來源或補造規定。
學生動作：貼上提示詞 3，建立含來源段落的校務文件分析表。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講師關鍵句：不要把 PDF 轉出一堆破碎表格，卻假裝它已經適合問答。
學生動作：為文件設定品質狀態，非 ready 必須寫下原因。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講師關鍵句：chunk</a:t>
            </a:r>
            <a:r>
              <a:rPr dirty="0"/>
              <a:t> </a:t>
            </a:r>
            <a:r>
              <a:rPr dirty="0" err="1"/>
              <a:t>不只是一段文字；它同時帶著來源，才能被檢索和引用</a:t>
            </a:r>
            <a:r>
              <a:rPr dirty="0"/>
              <a:t>。
</a:t>
            </a:r>
            <a:r>
              <a:rPr dirty="0" err="1"/>
              <a:t>學生動作：處理</a:t>
            </a:r>
            <a:r>
              <a:rPr dirty="0"/>
              <a:t> Markdown </a:t>
            </a:r>
            <a:r>
              <a:rPr dirty="0" err="1"/>
              <a:t>後執行</a:t>
            </a:r>
            <a:r>
              <a:rPr dirty="0"/>
              <a:t> python scripts/</a:t>
            </a:r>
            <a:r>
              <a:rPr dirty="0" err="1"/>
              <a:t>build_index.py</a:t>
            </a:r>
            <a:r>
              <a:rPr dirty="0"/>
              <a:t>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講師關鍵句：今天不是先做聊天畫面；先讓 AI 協助讀懂並整理文件。
學生動作：確認今天有兩個成果：分析表和可引用問答助手。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講師關鍵句：nomic-embed-text-v2-moe 只建立與比較向量，不負責回答；qwen2.5:3b 只根據找回的證據整理自然語言答案。
學生動作：依提示詞 5 建立 Streamlit 介面，再接上自己的向量索引。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講師關鍵句：這是學生以 Codex 從空白建立的 Streamlit 介面；問題先出現在右側，答案與引用在左側。
學生動作：以自己的索引提問，確認答案、年度與來源完整顯示。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講師關鍵句：資料不足不是失敗；它告訴學生下一輪應補哪一類公開文件，而不是讓模型猜。
學生動作：測試四類問題，確認英文與日期題會顯示適用年度或公告日期。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講師關鍵句：問答紀錄把一次問答轉成下一次改善的資料；它不是真實使用者回饋。
學生動作：確認本機問答紀錄表格會彙整每次對話的主要主題，並保留每題自我測試紀錄。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講師關鍵句：改善不是憑感覺調 prompt；每一項 backlog 都要回連 query_id 和證據。
學生動作：從問答紀錄回顧哪些題目需要補資料、修解析、調整切分或改善檢索。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79DD980-C609-4D74-B22A-6E3192F973B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C3495BEE-7823-4182-9AA3-7D48FD64937F}"/>
              </a:ext>
            </a:extLst>
          </p:cNvPr>
          <p:cNvSpPr>
            <a:spLocks noGrp="1"/>
          </p:cNvSpPr>
          <p:nvPr/>
        </p:nvSpPr>
        <p:spPr>
          <a:xfrm>
            <a:off x="4572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576D57DC-A8EF-4712-9E8F-9E082E6E6C80}"/>
              </a:ext>
            </a:extLst>
          </p:cNvPr>
          <p:cNvSpPr>
            <a:spLocks noGrp="1"/>
          </p:cNvSpPr>
          <p:nvPr/>
        </p:nvSpPr>
        <p:spPr>
          <a:xfrm>
            <a:off x="9144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802FE49B-46F3-4B03-A750-190F0C1966BE}"/>
              </a:ext>
            </a:extLst>
          </p:cNvPr>
          <p:cNvSpPr>
            <a:spLocks noGrp="1"/>
          </p:cNvSpPr>
          <p:nvPr/>
        </p:nvSpPr>
        <p:spPr>
          <a:xfrm>
            <a:off x="13716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B8971008-58BD-4B19-A783-50E04750B53F}"/>
              </a:ext>
            </a:extLst>
          </p:cNvPr>
          <p:cNvSpPr>
            <a:spLocks noGrp="1"/>
          </p:cNvSpPr>
          <p:nvPr/>
        </p:nvSpPr>
        <p:spPr>
          <a:xfrm>
            <a:off x="18288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B416EE9C-C16E-49F6-9966-22938481F270}"/>
              </a:ext>
            </a:extLst>
          </p:cNvPr>
          <p:cNvSpPr>
            <a:spLocks noGrp="1"/>
          </p:cNvSpPr>
          <p:nvPr/>
        </p:nvSpPr>
        <p:spPr>
          <a:xfrm>
            <a:off x="22860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C7CB444D-91BA-40B8-8179-4F152856363B}"/>
              </a:ext>
            </a:extLst>
          </p:cNvPr>
          <p:cNvSpPr>
            <a:spLocks noGrp="1"/>
          </p:cNvSpPr>
          <p:nvPr/>
        </p:nvSpPr>
        <p:spPr>
          <a:xfrm>
            <a:off x="27432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A086AA08-1D13-4EC4-8F2F-024FF7E5CDD2}"/>
              </a:ext>
            </a:extLst>
          </p:cNvPr>
          <p:cNvSpPr>
            <a:spLocks noGrp="1"/>
          </p:cNvSpPr>
          <p:nvPr/>
        </p:nvSpPr>
        <p:spPr>
          <a:xfrm>
            <a:off x="32004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CA155D3A-9853-4C56-A605-35DD6516743F}"/>
              </a:ext>
            </a:extLst>
          </p:cNvPr>
          <p:cNvSpPr>
            <a:spLocks noGrp="1"/>
          </p:cNvSpPr>
          <p:nvPr/>
        </p:nvSpPr>
        <p:spPr>
          <a:xfrm>
            <a:off x="36576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CE2101D0-161F-4179-9893-3BF1CFCA604F}"/>
              </a:ext>
            </a:extLst>
          </p:cNvPr>
          <p:cNvSpPr>
            <a:spLocks noGrp="1"/>
          </p:cNvSpPr>
          <p:nvPr/>
        </p:nvSpPr>
        <p:spPr>
          <a:xfrm>
            <a:off x="41148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0A7950AA-67E6-4DC8-AE3F-E2964FAC0620}"/>
              </a:ext>
            </a:extLst>
          </p:cNvPr>
          <p:cNvSpPr>
            <a:spLocks noGrp="1"/>
          </p:cNvSpPr>
          <p:nvPr/>
        </p:nvSpPr>
        <p:spPr>
          <a:xfrm>
            <a:off x="45720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240B5200-6D4E-4792-BE71-F76D9D443863}"/>
              </a:ext>
            </a:extLst>
          </p:cNvPr>
          <p:cNvSpPr>
            <a:spLocks noGrp="1"/>
          </p:cNvSpPr>
          <p:nvPr/>
        </p:nvSpPr>
        <p:spPr>
          <a:xfrm>
            <a:off x="50292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5C5BEC22-BB46-4022-812A-97A9ED3D0DBC}"/>
              </a:ext>
            </a:extLst>
          </p:cNvPr>
          <p:cNvSpPr>
            <a:spLocks noGrp="1"/>
          </p:cNvSpPr>
          <p:nvPr/>
        </p:nvSpPr>
        <p:spPr>
          <a:xfrm>
            <a:off x="54864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6A599562-9883-4432-AE2F-A209AC13268C}"/>
              </a:ext>
            </a:extLst>
          </p:cNvPr>
          <p:cNvSpPr>
            <a:spLocks noGrp="1"/>
          </p:cNvSpPr>
          <p:nvPr/>
        </p:nvSpPr>
        <p:spPr>
          <a:xfrm>
            <a:off x="59436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CD9351A3-2108-4CE9-A55E-EE8416901251}"/>
              </a:ext>
            </a:extLst>
          </p:cNvPr>
          <p:cNvSpPr>
            <a:spLocks noGrp="1"/>
          </p:cNvSpPr>
          <p:nvPr/>
        </p:nvSpPr>
        <p:spPr>
          <a:xfrm>
            <a:off x="64008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DC322DFB-9679-4E11-8D4F-90A67B75E380}"/>
              </a:ext>
            </a:extLst>
          </p:cNvPr>
          <p:cNvSpPr>
            <a:spLocks noGrp="1"/>
          </p:cNvSpPr>
          <p:nvPr/>
        </p:nvSpPr>
        <p:spPr>
          <a:xfrm>
            <a:off x="68580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8E777BCC-9CDC-4E41-962F-E28FD8644E02}"/>
              </a:ext>
            </a:extLst>
          </p:cNvPr>
          <p:cNvSpPr>
            <a:spLocks noGrp="1"/>
          </p:cNvSpPr>
          <p:nvPr/>
        </p:nvSpPr>
        <p:spPr>
          <a:xfrm>
            <a:off x="73152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D781DE12-02D1-4900-BF2A-1EB016C3DA1E}"/>
              </a:ext>
            </a:extLst>
          </p:cNvPr>
          <p:cNvSpPr>
            <a:spLocks noGrp="1"/>
          </p:cNvSpPr>
          <p:nvPr/>
        </p:nvSpPr>
        <p:spPr>
          <a:xfrm>
            <a:off x="77724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04CCD3B2-4AB7-4769-8AE1-8D757DF900B1}"/>
              </a:ext>
            </a:extLst>
          </p:cNvPr>
          <p:cNvSpPr>
            <a:spLocks noGrp="1"/>
          </p:cNvSpPr>
          <p:nvPr/>
        </p:nvSpPr>
        <p:spPr>
          <a:xfrm>
            <a:off x="82296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8E21A32D-142C-4C8B-BB6D-953F96A3C484}"/>
              </a:ext>
            </a:extLst>
          </p:cNvPr>
          <p:cNvSpPr>
            <a:spLocks noGrp="1"/>
          </p:cNvSpPr>
          <p:nvPr/>
        </p:nvSpPr>
        <p:spPr>
          <a:xfrm>
            <a:off x="86868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2599E233-FC2F-45E7-8C21-A0B511A3782D}"/>
              </a:ext>
            </a:extLst>
          </p:cNvPr>
          <p:cNvSpPr>
            <a:spLocks noGrp="1"/>
          </p:cNvSpPr>
          <p:nvPr/>
        </p:nvSpPr>
        <p:spPr>
          <a:xfrm>
            <a:off x="91440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5E943D34-F518-499E-9FAE-6EB550163965}"/>
              </a:ext>
            </a:extLst>
          </p:cNvPr>
          <p:cNvSpPr>
            <a:spLocks noGrp="1"/>
          </p:cNvSpPr>
          <p:nvPr/>
        </p:nvSpPr>
        <p:spPr>
          <a:xfrm>
            <a:off x="96012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49A7292E-3677-4DCE-BA2E-E0DDA9A17B27}"/>
              </a:ext>
            </a:extLst>
          </p:cNvPr>
          <p:cNvSpPr>
            <a:spLocks noGrp="1"/>
          </p:cNvSpPr>
          <p:nvPr/>
        </p:nvSpPr>
        <p:spPr>
          <a:xfrm>
            <a:off x="100584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AACBA7C2-710A-4C35-929C-B8C7456E70F5}"/>
              </a:ext>
            </a:extLst>
          </p:cNvPr>
          <p:cNvSpPr>
            <a:spLocks noGrp="1"/>
          </p:cNvSpPr>
          <p:nvPr/>
        </p:nvSpPr>
        <p:spPr>
          <a:xfrm>
            <a:off x="105156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F2D5E351-CA53-4936-8DFC-8EB8BE475449}"/>
              </a:ext>
            </a:extLst>
          </p:cNvPr>
          <p:cNvSpPr>
            <a:spLocks noGrp="1"/>
          </p:cNvSpPr>
          <p:nvPr/>
        </p:nvSpPr>
        <p:spPr>
          <a:xfrm>
            <a:off x="109728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F14499BF-193C-474F-8DC6-AAA93151A9D8}"/>
              </a:ext>
            </a:extLst>
          </p:cNvPr>
          <p:cNvSpPr>
            <a:spLocks noGrp="1"/>
          </p:cNvSpPr>
          <p:nvPr/>
        </p:nvSpPr>
        <p:spPr>
          <a:xfrm>
            <a:off x="114300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98D5EA1A-385F-4578-AB00-0F0A8ABF341C}"/>
              </a:ext>
            </a:extLst>
          </p:cNvPr>
          <p:cNvSpPr>
            <a:spLocks noGrp="1"/>
          </p:cNvSpPr>
          <p:nvPr/>
        </p:nvSpPr>
        <p:spPr>
          <a:xfrm>
            <a:off x="118872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AB9AFAF7-924D-4B42-950A-08E3EE87A38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4E4F1D8E-715C-434E-9DCC-524E6A30A893}"/>
              </a:ext>
            </a:extLst>
          </p:cNvPr>
          <p:cNvSpPr>
            <a:spLocks noGrp="1"/>
          </p:cNvSpPr>
          <p:nvPr/>
        </p:nvSpPr>
        <p:spPr>
          <a:xfrm>
            <a:off x="0" y="4572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31" name="Shape 29">
            <a:extLst>
              <a:ext uri="{FF2B5EF4-FFF2-40B4-BE49-F238E27FC236}">
                <a16:creationId xmlns:a16="http://schemas.microsoft.com/office/drawing/2014/main" id="{FED3F9BF-BB4B-4BDE-90ED-1BBB5B6AED18}"/>
              </a:ext>
            </a:extLst>
          </p:cNvPr>
          <p:cNvSpPr>
            <a:spLocks noGrp="1"/>
          </p:cNvSpPr>
          <p:nvPr/>
        </p:nvSpPr>
        <p:spPr>
          <a:xfrm>
            <a:off x="0" y="9144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32" name="Shape 30">
            <a:extLst>
              <a:ext uri="{FF2B5EF4-FFF2-40B4-BE49-F238E27FC236}">
                <a16:creationId xmlns:a16="http://schemas.microsoft.com/office/drawing/2014/main" id="{07643731-3B78-4F69-B96A-83B531BB4A69}"/>
              </a:ext>
            </a:extLst>
          </p:cNvPr>
          <p:cNvSpPr>
            <a:spLocks noGrp="1"/>
          </p:cNvSpPr>
          <p:nvPr/>
        </p:nvSpPr>
        <p:spPr>
          <a:xfrm>
            <a:off x="0" y="13716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33" name="Shape 31">
            <a:extLst>
              <a:ext uri="{FF2B5EF4-FFF2-40B4-BE49-F238E27FC236}">
                <a16:creationId xmlns:a16="http://schemas.microsoft.com/office/drawing/2014/main" id="{5746B924-F881-43DF-B506-60022488E95C}"/>
              </a:ext>
            </a:extLst>
          </p:cNvPr>
          <p:cNvSpPr>
            <a:spLocks noGrp="1"/>
          </p:cNvSpPr>
          <p:nvPr/>
        </p:nvSpPr>
        <p:spPr>
          <a:xfrm>
            <a:off x="0" y="18288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34" name="Shape 32">
            <a:extLst>
              <a:ext uri="{FF2B5EF4-FFF2-40B4-BE49-F238E27FC236}">
                <a16:creationId xmlns:a16="http://schemas.microsoft.com/office/drawing/2014/main" id="{3D1AB04C-6B9D-47DB-A64B-F9577FB3E2CA}"/>
              </a:ext>
            </a:extLst>
          </p:cNvPr>
          <p:cNvSpPr>
            <a:spLocks noGrp="1"/>
          </p:cNvSpPr>
          <p:nvPr/>
        </p:nvSpPr>
        <p:spPr>
          <a:xfrm>
            <a:off x="0" y="22860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35" name="Shape 33">
            <a:extLst>
              <a:ext uri="{FF2B5EF4-FFF2-40B4-BE49-F238E27FC236}">
                <a16:creationId xmlns:a16="http://schemas.microsoft.com/office/drawing/2014/main" id="{F6B18D93-F5EB-4B91-AAA0-751F49EC840B}"/>
              </a:ext>
            </a:extLst>
          </p:cNvPr>
          <p:cNvSpPr>
            <a:spLocks noGrp="1"/>
          </p:cNvSpPr>
          <p:nvPr/>
        </p:nvSpPr>
        <p:spPr>
          <a:xfrm>
            <a:off x="0" y="27432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36" name="Shape 34">
            <a:extLst>
              <a:ext uri="{FF2B5EF4-FFF2-40B4-BE49-F238E27FC236}">
                <a16:creationId xmlns:a16="http://schemas.microsoft.com/office/drawing/2014/main" id="{DC293FA8-E531-4A55-ADA1-A359D0EF024C}"/>
              </a:ext>
            </a:extLst>
          </p:cNvPr>
          <p:cNvSpPr>
            <a:spLocks noGrp="1"/>
          </p:cNvSpPr>
          <p:nvPr/>
        </p:nvSpPr>
        <p:spPr>
          <a:xfrm>
            <a:off x="0" y="32004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37" name="Shape 35">
            <a:extLst>
              <a:ext uri="{FF2B5EF4-FFF2-40B4-BE49-F238E27FC236}">
                <a16:creationId xmlns:a16="http://schemas.microsoft.com/office/drawing/2014/main" id="{4255B3D7-2A72-4766-9915-56558560E2F6}"/>
              </a:ext>
            </a:extLst>
          </p:cNvPr>
          <p:cNvSpPr>
            <a:spLocks noGrp="1"/>
          </p:cNvSpPr>
          <p:nvPr/>
        </p:nvSpPr>
        <p:spPr>
          <a:xfrm>
            <a:off x="0" y="36576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38" name="Shape 36">
            <a:extLst>
              <a:ext uri="{FF2B5EF4-FFF2-40B4-BE49-F238E27FC236}">
                <a16:creationId xmlns:a16="http://schemas.microsoft.com/office/drawing/2014/main" id="{543CFE38-452C-432F-A30B-17FCA07F71F2}"/>
              </a:ext>
            </a:extLst>
          </p:cNvPr>
          <p:cNvSpPr>
            <a:spLocks noGrp="1"/>
          </p:cNvSpPr>
          <p:nvPr/>
        </p:nvSpPr>
        <p:spPr>
          <a:xfrm>
            <a:off x="0" y="41148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39" name="Shape 37">
            <a:extLst>
              <a:ext uri="{FF2B5EF4-FFF2-40B4-BE49-F238E27FC236}">
                <a16:creationId xmlns:a16="http://schemas.microsoft.com/office/drawing/2014/main" id="{D746BA30-76F7-4102-987B-83238AEECADD}"/>
              </a:ext>
            </a:extLst>
          </p:cNvPr>
          <p:cNvSpPr>
            <a:spLocks noGrp="1"/>
          </p:cNvSpPr>
          <p:nvPr/>
        </p:nvSpPr>
        <p:spPr>
          <a:xfrm>
            <a:off x="0" y="45720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40" name="Shape 38">
            <a:extLst>
              <a:ext uri="{FF2B5EF4-FFF2-40B4-BE49-F238E27FC236}">
                <a16:creationId xmlns:a16="http://schemas.microsoft.com/office/drawing/2014/main" id="{3D39F282-739A-482B-BCE2-D0740EDBADE1}"/>
              </a:ext>
            </a:extLst>
          </p:cNvPr>
          <p:cNvSpPr>
            <a:spLocks noGrp="1"/>
          </p:cNvSpPr>
          <p:nvPr/>
        </p:nvSpPr>
        <p:spPr>
          <a:xfrm>
            <a:off x="0" y="50292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41" name="Shape 39">
            <a:extLst>
              <a:ext uri="{FF2B5EF4-FFF2-40B4-BE49-F238E27FC236}">
                <a16:creationId xmlns:a16="http://schemas.microsoft.com/office/drawing/2014/main" id="{DC988F99-9E56-4F7A-BF66-FA08971E632E}"/>
              </a:ext>
            </a:extLst>
          </p:cNvPr>
          <p:cNvSpPr>
            <a:spLocks noGrp="1"/>
          </p:cNvSpPr>
          <p:nvPr/>
        </p:nvSpPr>
        <p:spPr>
          <a:xfrm>
            <a:off x="0" y="54864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42" name="Shape 40">
            <a:extLst>
              <a:ext uri="{FF2B5EF4-FFF2-40B4-BE49-F238E27FC236}">
                <a16:creationId xmlns:a16="http://schemas.microsoft.com/office/drawing/2014/main" id="{116A551F-1D79-418B-B814-B1D0E6572772}"/>
              </a:ext>
            </a:extLst>
          </p:cNvPr>
          <p:cNvSpPr>
            <a:spLocks noGrp="1"/>
          </p:cNvSpPr>
          <p:nvPr/>
        </p:nvSpPr>
        <p:spPr>
          <a:xfrm>
            <a:off x="0" y="59436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43" name="Shape 41">
            <a:extLst>
              <a:ext uri="{FF2B5EF4-FFF2-40B4-BE49-F238E27FC236}">
                <a16:creationId xmlns:a16="http://schemas.microsoft.com/office/drawing/2014/main" id="{A4BFA28D-824C-4C49-A0A4-A6639911DF17}"/>
              </a:ext>
            </a:extLst>
          </p:cNvPr>
          <p:cNvSpPr>
            <a:spLocks noGrp="1"/>
          </p:cNvSpPr>
          <p:nvPr/>
        </p:nvSpPr>
        <p:spPr>
          <a:xfrm>
            <a:off x="0" y="64008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44" name="Shape 42">
            <a:extLst>
              <a:ext uri="{FF2B5EF4-FFF2-40B4-BE49-F238E27FC236}">
                <a16:creationId xmlns:a16="http://schemas.microsoft.com/office/drawing/2014/main" id="{22F04D84-7D3A-4576-8F2D-3891E7E28353}"/>
              </a:ext>
            </a:extLst>
          </p:cNvPr>
          <p:cNvSpPr>
            <a:spLocks noGrp="1"/>
          </p:cNvSpPr>
          <p:nvPr/>
        </p:nvSpPr>
        <p:spPr>
          <a:xfrm>
            <a:off x="0" y="68580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pic>
        <p:nvPicPr>
          <p:cNvPr id="121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1904" y="164592"/>
            <a:ext cx="1024128" cy="265176"/>
          </a:xfrm>
          <a:prstGeom prst="rect">
            <a:avLst/>
          </a:prstGeom>
        </p:spPr>
      </p:pic>
      <p:sp>
        <p:nvSpPr>
          <p:cNvPr id="47" name="Text 44">
            <a:extLst>
              <a:ext uri="{FF2B5EF4-FFF2-40B4-BE49-F238E27FC236}">
                <a16:creationId xmlns:a16="http://schemas.microsoft.com/office/drawing/2014/main" id="{F1B4EEAD-791B-4351-B387-CF3B30C65497}"/>
              </a:ext>
            </a:extLst>
          </p:cNvPr>
          <p:cNvSpPr>
            <a:spLocks noGrp="1"/>
          </p:cNvSpPr>
          <p:nvPr/>
        </p:nvSpPr>
        <p:spPr>
          <a:xfrm>
            <a:off x="566928" y="667512"/>
            <a:ext cx="9692640" cy="59436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r>
              <a:rPr lang="en-US" altLang="zh-TW" sz="3200" b="1">
                <a:solidFill>
                  <a:srgbClr val="153E6E"/>
                </a:solidFill>
                <a:ea typeface="Noto Sans TC"/>
                <a:cs typeface="Noto Sans TC"/>
              </a:rPr>
              <a:t>Day 3</a:t>
            </a:r>
            <a:r>
              <a:rPr lang="zh-TW" altLang="en-US" sz="3200" b="1">
                <a:solidFill>
                  <a:srgbClr val="153E6E"/>
                </a:solidFill>
                <a:ea typeface="Noto Sans TC"/>
                <a:cs typeface="Noto Sans TC"/>
              </a:rPr>
              <a:t>｜生成式人工智慧於文本資料分析的應用</a:t>
            </a:r>
            <a:endParaRPr lang="zh-TW" altLang="en-US" sz="3200" b="1" dirty="0">
              <a:solidFill>
                <a:srgbClr val="153E6E"/>
              </a:solidFill>
              <a:ea typeface="Noto Sans TC"/>
              <a:cs typeface="Noto Sans TC"/>
            </a:endParaRPr>
          </a:p>
        </p:txBody>
      </p:sp>
      <p:sp>
        <p:nvSpPr>
          <p:cNvPr id="48" name="Shape 45">
            <a:extLst>
              <a:ext uri="{FF2B5EF4-FFF2-40B4-BE49-F238E27FC236}">
                <a16:creationId xmlns:a16="http://schemas.microsoft.com/office/drawing/2014/main" id="{27C9BD4A-BAB0-4D99-A9F2-4C321D0EA74C}"/>
              </a:ext>
            </a:extLst>
          </p:cNvPr>
          <p:cNvSpPr>
            <a:spLocks noGrp="1"/>
          </p:cNvSpPr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8255">
            <a:solidFill>
              <a:srgbClr val="D7E3EC"/>
            </a:solidFill>
            <a:prstDash val="solid"/>
          </a:ln>
        </p:spPr>
      </p:sp>
      <p:sp>
        <p:nvSpPr>
          <p:cNvPr id="49" name="Text 46">
            <a:extLst>
              <a:ext uri="{FF2B5EF4-FFF2-40B4-BE49-F238E27FC236}">
                <a16:creationId xmlns:a16="http://schemas.microsoft.com/office/drawing/2014/main" id="{3163615F-29B7-4CCC-84D8-40B49DA2E8B0}"/>
              </a:ext>
            </a:extLst>
          </p:cNvPr>
          <p:cNvSpPr>
            <a:spLocks noGrp="1"/>
          </p:cNvSpPr>
          <p:nvPr/>
        </p:nvSpPr>
        <p:spPr>
          <a:xfrm>
            <a:off x="530352" y="6510528"/>
            <a:ext cx="3200400" cy="18288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850" b="1">
                <a:solidFill>
                  <a:srgbClr val="6F8291"/>
                </a:solidFill>
                <a:latin typeface="Noto Sans TC"/>
                <a:ea typeface="Noto Sans TC"/>
                <a:cs typeface="Noto Sans TC"/>
              </a:rPr>
              <a:t>VOCABULARY</a:t>
            </a:r>
          </a:p>
        </p:txBody>
      </p:sp>
      <p:sp>
        <p:nvSpPr>
          <p:cNvPr id="50" name="Text 47">
            <a:extLst>
              <a:ext uri="{FF2B5EF4-FFF2-40B4-BE49-F238E27FC236}">
                <a16:creationId xmlns:a16="http://schemas.microsoft.com/office/drawing/2014/main" id="{39F11547-506D-4765-AA55-9087F1A7E572}"/>
              </a:ext>
            </a:extLst>
          </p:cNvPr>
          <p:cNvSpPr>
            <a:spLocks noGrp="1"/>
          </p:cNvSpPr>
          <p:nvPr/>
        </p:nvSpPr>
        <p:spPr>
          <a:xfrm>
            <a:off x="11064240" y="6473952"/>
            <a:ext cx="548640" cy="20116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r">
              <a:buNone/>
            </a:pPr>
            <a:r>
              <a:rPr sz="1000" b="1">
                <a:solidFill>
                  <a:srgbClr val="6F8291"/>
                </a:solidFill>
                <a:latin typeface="Noto Sans TC"/>
                <a:ea typeface="Noto Sans TC"/>
                <a:cs typeface="Noto Sans TC"/>
              </a:rPr>
              <a:t>04</a:t>
            </a:r>
          </a:p>
        </p:txBody>
      </p:sp>
      <p:sp>
        <p:nvSpPr>
          <p:cNvPr id="51" name="Shape 48">
            <a:extLst>
              <a:ext uri="{FF2B5EF4-FFF2-40B4-BE49-F238E27FC236}">
                <a16:creationId xmlns:a16="http://schemas.microsoft.com/office/drawing/2014/main" id="{17771F29-F6C9-4251-B6BB-8D38EB875568}"/>
              </a:ext>
            </a:extLst>
          </p:cNvPr>
          <p:cNvSpPr>
            <a:spLocks noGrp="1"/>
          </p:cNvSpPr>
          <p:nvPr/>
        </p:nvSpPr>
        <p:spPr>
          <a:xfrm>
            <a:off x="6419088" y="6492240"/>
            <a:ext cx="164592" cy="164592"/>
          </a:xfrm>
          <a:prstGeom prst="ellipse">
            <a:avLst/>
          </a:prstGeom>
          <a:solidFill>
            <a:srgbClr val="E8F1F8"/>
          </a:solidFill>
          <a:ln w="12700">
            <a:solidFill>
              <a:srgbClr val="E8F1F8"/>
            </a:solidFill>
            <a:prstDash val="solid"/>
          </a:ln>
        </p:spPr>
      </p:sp>
      <p:sp>
        <p:nvSpPr>
          <p:cNvPr id="52" name="Text 49">
            <a:extLst>
              <a:ext uri="{FF2B5EF4-FFF2-40B4-BE49-F238E27FC236}">
                <a16:creationId xmlns:a16="http://schemas.microsoft.com/office/drawing/2014/main" id="{5BF58D56-0224-4DDE-A61A-C8814FB8E13D}"/>
              </a:ext>
            </a:extLst>
          </p:cNvPr>
          <p:cNvSpPr>
            <a:spLocks noGrp="1"/>
          </p:cNvSpPr>
          <p:nvPr/>
        </p:nvSpPr>
        <p:spPr>
          <a:xfrm>
            <a:off x="6629400" y="6496812"/>
            <a:ext cx="164592" cy="14630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750" b="1">
                <a:solidFill>
                  <a:srgbClr val="6F8291"/>
                </a:solidFill>
                <a:latin typeface="Noto Sans TC"/>
                <a:ea typeface="Noto Sans TC"/>
                <a:cs typeface="Noto Sans TC"/>
              </a:rPr>
              <a:t>S</a:t>
            </a:r>
          </a:p>
        </p:txBody>
      </p:sp>
      <p:sp>
        <p:nvSpPr>
          <p:cNvPr id="53" name="Shape 50">
            <a:extLst>
              <a:ext uri="{FF2B5EF4-FFF2-40B4-BE49-F238E27FC236}">
                <a16:creationId xmlns:a16="http://schemas.microsoft.com/office/drawing/2014/main" id="{97585E98-A70C-45CD-8498-55DD6FA9D846}"/>
              </a:ext>
            </a:extLst>
          </p:cNvPr>
          <p:cNvSpPr>
            <a:spLocks noGrp="1"/>
          </p:cNvSpPr>
          <p:nvPr/>
        </p:nvSpPr>
        <p:spPr>
          <a:xfrm>
            <a:off x="6986016" y="6492240"/>
            <a:ext cx="164592" cy="164592"/>
          </a:xfrm>
          <a:prstGeom prst="ellipse">
            <a:avLst/>
          </a:prstGeom>
          <a:solidFill>
            <a:srgbClr val="E8F1F8"/>
          </a:solidFill>
          <a:ln w="12700">
            <a:solidFill>
              <a:srgbClr val="E8F1F8"/>
            </a:solidFill>
            <a:prstDash val="solid"/>
          </a:ln>
        </p:spPr>
      </p:sp>
      <p:sp>
        <p:nvSpPr>
          <p:cNvPr id="54" name="Text 51">
            <a:extLst>
              <a:ext uri="{FF2B5EF4-FFF2-40B4-BE49-F238E27FC236}">
                <a16:creationId xmlns:a16="http://schemas.microsoft.com/office/drawing/2014/main" id="{1D6B9D90-AEA2-4DF1-94A2-53B4142AF0C2}"/>
              </a:ext>
            </a:extLst>
          </p:cNvPr>
          <p:cNvSpPr>
            <a:spLocks noGrp="1"/>
          </p:cNvSpPr>
          <p:nvPr/>
        </p:nvSpPr>
        <p:spPr>
          <a:xfrm>
            <a:off x="7196328" y="6496812"/>
            <a:ext cx="164592" cy="14630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750" b="1">
                <a:solidFill>
                  <a:srgbClr val="6F8291"/>
                </a:solidFill>
                <a:latin typeface="Noto Sans TC"/>
                <a:ea typeface="Noto Sans TC"/>
                <a:cs typeface="Noto Sans TC"/>
              </a:rPr>
              <a:t>C</a:t>
            </a:r>
          </a:p>
        </p:txBody>
      </p:sp>
      <p:sp>
        <p:nvSpPr>
          <p:cNvPr id="55" name="Shape 52">
            <a:extLst>
              <a:ext uri="{FF2B5EF4-FFF2-40B4-BE49-F238E27FC236}">
                <a16:creationId xmlns:a16="http://schemas.microsoft.com/office/drawing/2014/main" id="{2581D3BC-D18F-415F-A5DC-977F2A80B52D}"/>
              </a:ext>
            </a:extLst>
          </p:cNvPr>
          <p:cNvSpPr>
            <a:spLocks noGrp="1"/>
          </p:cNvSpPr>
          <p:nvPr/>
        </p:nvSpPr>
        <p:spPr>
          <a:xfrm>
            <a:off x="7552944" y="6492240"/>
            <a:ext cx="164592" cy="164592"/>
          </a:xfrm>
          <a:prstGeom prst="ellipse">
            <a:avLst/>
          </a:prstGeom>
          <a:solidFill>
            <a:srgbClr val="3679B9"/>
          </a:solidFill>
          <a:ln w="12700">
            <a:solidFill>
              <a:srgbClr val="3679B9"/>
            </a:solidFill>
            <a:prstDash val="solid"/>
          </a:ln>
        </p:spPr>
      </p:sp>
      <p:sp>
        <p:nvSpPr>
          <p:cNvPr id="56" name="Text 53">
            <a:extLst>
              <a:ext uri="{FF2B5EF4-FFF2-40B4-BE49-F238E27FC236}">
                <a16:creationId xmlns:a16="http://schemas.microsoft.com/office/drawing/2014/main" id="{520BC432-F15D-4445-911D-805188DEADDF}"/>
              </a:ext>
            </a:extLst>
          </p:cNvPr>
          <p:cNvSpPr>
            <a:spLocks noGrp="1"/>
          </p:cNvSpPr>
          <p:nvPr/>
        </p:nvSpPr>
        <p:spPr>
          <a:xfrm>
            <a:off x="7763256" y="6496812"/>
            <a:ext cx="164592" cy="14630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750" b="1">
                <a:solidFill>
                  <a:srgbClr val="6F8291"/>
                </a:solidFill>
                <a:latin typeface="Noto Sans TC"/>
                <a:ea typeface="Noto Sans TC"/>
                <a:cs typeface="Noto Sans TC"/>
              </a:rPr>
              <a:t>P</a:t>
            </a:r>
          </a:p>
        </p:txBody>
      </p:sp>
      <p:sp>
        <p:nvSpPr>
          <p:cNvPr id="57" name="Shape 54">
            <a:extLst>
              <a:ext uri="{FF2B5EF4-FFF2-40B4-BE49-F238E27FC236}">
                <a16:creationId xmlns:a16="http://schemas.microsoft.com/office/drawing/2014/main" id="{7886271D-7528-4097-B31A-BA275BB2B67A}"/>
              </a:ext>
            </a:extLst>
          </p:cNvPr>
          <p:cNvSpPr>
            <a:spLocks noGrp="1"/>
          </p:cNvSpPr>
          <p:nvPr/>
        </p:nvSpPr>
        <p:spPr>
          <a:xfrm>
            <a:off x="8119872" y="6492240"/>
            <a:ext cx="164592" cy="164592"/>
          </a:xfrm>
          <a:prstGeom prst="ellipse">
            <a:avLst/>
          </a:prstGeom>
          <a:solidFill>
            <a:srgbClr val="E8F1F8"/>
          </a:solidFill>
          <a:ln w="12700">
            <a:solidFill>
              <a:srgbClr val="E8F1F8"/>
            </a:solidFill>
            <a:prstDash val="solid"/>
          </a:ln>
        </p:spPr>
      </p:sp>
      <p:sp>
        <p:nvSpPr>
          <p:cNvPr id="58" name="Text 55">
            <a:extLst>
              <a:ext uri="{FF2B5EF4-FFF2-40B4-BE49-F238E27FC236}">
                <a16:creationId xmlns:a16="http://schemas.microsoft.com/office/drawing/2014/main" id="{1BFBEF54-A0E5-47A2-8FB1-D491E6F8E3FD}"/>
              </a:ext>
            </a:extLst>
          </p:cNvPr>
          <p:cNvSpPr>
            <a:spLocks noGrp="1"/>
          </p:cNvSpPr>
          <p:nvPr/>
        </p:nvSpPr>
        <p:spPr>
          <a:xfrm>
            <a:off x="8330184" y="6496812"/>
            <a:ext cx="164592" cy="14630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750" b="1">
                <a:solidFill>
                  <a:srgbClr val="6F8291"/>
                </a:solidFill>
                <a:latin typeface="Noto Sans TC"/>
                <a:ea typeface="Noto Sans TC"/>
                <a:cs typeface="Noto Sans TC"/>
              </a:rPr>
              <a:t>A</a:t>
            </a:r>
          </a:p>
        </p:txBody>
      </p:sp>
      <p:sp>
        <p:nvSpPr>
          <p:cNvPr id="59" name="Shape 56">
            <a:extLst>
              <a:ext uri="{FF2B5EF4-FFF2-40B4-BE49-F238E27FC236}">
                <a16:creationId xmlns:a16="http://schemas.microsoft.com/office/drawing/2014/main" id="{A3C2CA9B-8B55-49FC-B584-746EADED4B24}"/>
              </a:ext>
            </a:extLst>
          </p:cNvPr>
          <p:cNvSpPr>
            <a:spLocks noGrp="1"/>
          </p:cNvSpPr>
          <p:nvPr/>
        </p:nvSpPr>
        <p:spPr>
          <a:xfrm>
            <a:off x="8686800" y="6492240"/>
            <a:ext cx="164592" cy="164592"/>
          </a:xfrm>
          <a:prstGeom prst="ellipse">
            <a:avLst/>
          </a:prstGeom>
          <a:solidFill>
            <a:srgbClr val="E8F1F8"/>
          </a:solidFill>
          <a:ln w="12700">
            <a:solidFill>
              <a:srgbClr val="E8F1F8"/>
            </a:solidFill>
            <a:prstDash val="solid"/>
          </a:ln>
        </p:spPr>
      </p:sp>
      <p:sp>
        <p:nvSpPr>
          <p:cNvPr id="60" name="Text 57">
            <a:extLst>
              <a:ext uri="{FF2B5EF4-FFF2-40B4-BE49-F238E27FC236}">
                <a16:creationId xmlns:a16="http://schemas.microsoft.com/office/drawing/2014/main" id="{579E97CF-4BC5-40F2-A917-679CB8E2D5D4}"/>
              </a:ext>
            </a:extLst>
          </p:cNvPr>
          <p:cNvSpPr>
            <a:spLocks noGrp="1"/>
          </p:cNvSpPr>
          <p:nvPr/>
        </p:nvSpPr>
        <p:spPr>
          <a:xfrm>
            <a:off x="8897112" y="6496812"/>
            <a:ext cx="164592" cy="14630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750" b="1">
                <a:solidFill>
                  <a:srgbClr val="6F8291"/>
                </a:solidFill>
                <a:latin typeface="Noto Sans TC"/>
                <a:ea typeface="Noto Sans TC"/>
                <a:cs typeface="Noto Sans TC"/>
              </a:rPr>
              <a:t>R</a:t>
            </a:r>
          </a:p>
        </p:txBody>
      </p:sp>
      <p:sp>
        <p:nvSpPr>
          <p:cNvPr id="61" name="Shape 58">
            <a:extLst>
              <a:ext uri="{FF2B5EF4-FFF2-40B4-BE49-F238E27FC236}">
                <a16:creationId xmlns:a16="http://schemas.microsoft.com/office/drawing/2014/main" id="{089CFB0C-F35B-4042-84C9-E3CC57BE1720}"/>
              </a:ext>
            </a:extLst>
          </p:cNvPr>
          <p:cNvSpPr>
            <a:spLocks noGrp="1"/>
          </p:cNvSpPr>
          <p:nvPr/>
        </p:nvSpPr>
        <p:spPr>
          <a:xfrm>
            <a:off x="9253728" y="6492240"/>
            <a:ext cx="164592" cy="164592"/>
          </a:xfrm>
          <a:prstGeom prst="ellipse">
            <a:avLst/>
          </a:prstGeom>
          <a:solidFill>
            <a:srgbClr val="E8F1F8"/>
          </a:solidFill>
          <a:ln w="12700">
            <a:solidFill>
              <a:srgbClr val="E8F1F8"/>
            </a:solidFill>
            <a:prstDash val="solid"/>
          </a:ln>
        </p:spPr>
      </p:sp>
      <p:sp>
        <p:nvSpPr>
          <p:cNvPr id="62" name="Text 59">
            <a:extLst>
              <a:ext uri="{FF2B5EF4-FFF2-40B4-BE49-F238E27FC236}">
                <a16:creationId xmlns:a16="http://schemas.microsoft.com/office/drawing/2014/main" id="{7538DB53-B1B3-4B0C-A527-D8DD6D3F4B00}"/>
              </a:ext>
            </a:extLst>
          </p:cNvPr>
          <p:cNvSpPr>
            <a:spLocks noGrp="1"/>
          </p:cNvSpPr>
          <p:nvPr/>
        </p:nvSpPr>
        <p:spPr>
          <a:xfrm>
            <a:off x="9464040" y="6496812"/>
            <a:ext cx="164592" cy="14630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750" b="1">
                <a:solidFill>
                  <a:srgbClr val="6F8291"/>
                </a:solidFill>
                <a:latin typeface="Noto Sans TC"/>
                <a:ea typeface="Noto Sans TC"/>
                <a:cs typeface="Noto Sans TC"/>
              </a:rPr>
              <a:t>I</a:t>
            </a:r>
          </a:p>
        </p:txBody>
      </p:sp>
      <p:sp>
        <p:nvSpPr>
          <p:cNvPr id="63" name="Shape 60">
            <a:extLst>
              <a:ext uri="{FF2B5EF4-FFF2-40B4-BE49-F238E27FC236}">
                <a16:creationId xmlns:a16="http://schemas.microsoft.com/office/drawing/2014/main" id="{54E8B2A5-0E08-4830-B290-AAAE1D7F34F1}"/>
              </a:ext>
            </a:extLst>
          </p:cNvPr>
          <p:cNvSpPr>
            <a:spLocks noGrp="1"/>
          </p:cNvSpPr>
          <p:nvPr/>
        </p:nvSpPr>
        <p:spPr>
          <a:xfrm>
            <a:off x="2743199" y="1499617"/>
            <a:ext cx="3246120" cy="2971800"/>
          </a:xfrm>
          <a:prstGeom prst="roundRect">
            <a:avLst>
              <a:gd name="adj" fmla="val 2462"/>
            </a:avLst>
          </a:prstGeom>
          <a:noFill/>
        </p:spPr>
      </p:sp>
      <p:sp>
        <p:nvSpPr>
          <p:cNvPr id="65" name="Text 62">
            <a:extLst>
              <a:ext uri="{FF2B5EF4-FFF2-40B4-BE49-F238E27FC236}">
                <a16:creationId xmlns:a16="http://schemas.microsoft.com/office/drawing/2014/main" id="{BEB2B856-E5C2-4B53-936B-9A3A81CB263A}"/>
              </a:ext>
            </a:extLst>
          </p:cNvPr>
          <p:cNvSpPr>
            <a:spLocks noGrp="1"/>
          </p:cNvSpPr>
          <p:nvPr/>
        </p:nvSpPr>
        <p:spPr>
          <a:xfrm>
            <a:off x="3858769" y="2025404"/>
            <a:ext cx="2788920" cy="320040"/>
          </a:xfrm>
          <a:prstGeom prst="rect">
            <a:avLst/>
          </a:prstGeom>
          <a:noFill/>
        </p:spPr>
        <p:txBody>
          <a:bodyPr wrap="square" lIns="0" tIns="0" rIns="0" bIns="0" anchor="ctr">
            <a:normAutofit fontScale="91304" lnSpcReduction="10000"/>
          </a:bodyPr>
          <a:lstStyle/>
          <a:p>
            <a:r>
              <a:rPr sz="2400" b="1" dirty="0" err="1">
                <a:solidFill>
                  <a:srgbClr val="153E6E"/>
                </a:solidFill>
                <a:latin typeface="Noto Sans TC"/>
              </a:rPr>
              <a:t>上午：</a:t>
            </a:r>
            <a:r>
              <a:rPr lang="en-US" sz="2400" b="1" dirty="0" err="1">
                <a:solidFill>
                  <a:srgbClr val="153E6E"/>
                </a:solidFill>
                <a:latin typeface="Noto Sans TC"/>
              </a:rPr>
              <a:t>文本分析</a:t>
            </a:r>
            <a:endParaRPr sz="2400" b="1" dirty="0">
              <a:solidFill>
                <a:srgbClr val="153E6E"/>
              </a:solidFill>
              <a:latin typeface="Noto Sans TC"/>
            </a:endParaRPr>
          </a:p>
        </p:txBody>
      </p:sp>
      <p:sp>
        <p:nvSpPr>
          <p:cNvPr id="66" name="Text 63">
            <a:extLst>
              <a:ext uri="{FF2B5EF4-FFF2-40B4-BE49-F238E27FC236}">
                <a16:creationId xmlns:a16="http://schemas.microsoft.com/office/drawing/2014/main" id="{3C94E06B-29F7-4C47-AE6C-1E9FC0901DA4}"/>
              </a:ext>
            </a:extLst>
          </p:cNvPr>
          <p:cNvSpPr>
            <a:spLocks noGrp="1"/>
          </p:cNvSpPr>
          <p:nvPr/>
        </p:nvSpPr>
        <p:spPr>
          <a:xfrm>
            <a:off x="3858769" y="2491748"/>
            <a:ext cx="4910330" cy="795523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r>
              <a:rPr lang="zh-TW" altLang="en-US" sz="1600" dirty="0">
                <a:solidFill>
                  <a:srgbClr val="49657A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論文摘要探索與主分類分析，</a:t>
            </a:r>
            <a:r>
              <a:rPr sz="1600" dirty="0" err="1">
                <a:solidFill>
                  <a:srgbClr val="49657A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先探索摘要線索，再確認主分類；AI</a:t>
            </a:r>
            <a:r>
              <a:rPr sz="1600" dirty="0">
                <a:solidFill>
                  <a:srgbClr val="49657A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</a:t>
            </a:r>
            <a:r>
              <a:rPr sz="1600" dirty="0" err="1">
                <a:solidFill>
                  <a:srgbClr val="49657A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不能代替研究者確認</a:t>
            </a:r>
            <a:r>
              <a:rPr sz="1600" dirty="0">
                <a:solidFill>
                  <a:srgbClr val="49657A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。</a:t>
            </a:r>
          </a:p>
        </p:txBody>
      </p:sp>
      <p:sp>
        <p:nvSpPr>
          <p:cNvPr id="69" name="Text 66">
            <a:extLst>
              <a:ext uri="{FF2B5EF4-FFF2-40B4-BE49-F238E27FC236}">
                <a16:creationId xmlns:a16="http://schemas.microsoft.com/office/drawing/2014/main" id="{B5491051-A5FB-43FC-B5E3-DB253A76A9D7}"/>
              </a:ext>
            </a:extLst>
          </p:cNvPr>
          <p:cNvSpPr>
            <a:spLocks noGrp="1"/>
          </p:cNvSpPr>
          <p:nvPr/>
        </p:nvSpPr>
        <p:spPr>
          <a:xfrm>
            <a:off x="3858769" y="3909067"/>
            <a:ext cx="2788920" cy="320040"/>
          </a:xfrm>
          <a:prstGeom prst="rect">
            <a:avLst/>
          </a:prstGeom>
          <a:noFill/>
        </p:spPr>
        <p:txBody>
          <a:bodyPr wrap="square" lIns="0" tIns="0" rIns="0" bIns="0" anchor="ctr">
            <a:normAutofit fontScale="91304" lnSpcReduction="10000"/>
          </a:bodyPr>
          <a:lstStyle/>
          <a:p>
            <a:pPr marL="0" indent="0">
              <a:buNone/>
            </a:pPr>
            <a:r>
              <a:rPr sz="2400" b="1" dirty="0" err="1">
                <a:solidFill>
                  <a:srgbClr val="153E6E"/>
                </a:solidFill>
                <a:latin typeface="Noto Sans TC"/>
                <a:ea typeface="Noto Sans TC"/>
                <a:cs typeface="Noto Sans TC"/>
              </a:rPr>
              <a:t>下午：校務章則</a:t>
            </a:r>
            <a:r>
              <a:rPr sz="2400" b="1" dirty="0">
                <a:solidFill>
                  <a:srgbClr val="153E6E"/>
                </a:solidFill>
                <a:latin typeface="Noto Sans TC"/>
                <a:ea typeface="Noto Sans TC"/>
                <a:cs typeface="Noto Sans TC"/>
              </a:rPr>
              <a:t> RAG</a:t>
            </a:r>
          </a:p>
        </p:txBody>
      </p:sp>
      <p:sp>
        <p:nvSpPr>
          <p:cNvPr id="70" name="Text 67">
            <a:extLst>
              <a:ext uri="{FF2B5EF4-FFF2-40B4-BE49-F238E27FC236}">
                <a16:creationId xmlns:a16="http://schemas.microsoft.com/office/drawing/2014/main" id="{3462DB23-E426-4B05-8AF9-62221203CD65}"/>
              </a:ext>
            </a:extLst>
          </p:cNvPr>
          <p:cNvSpPr>
            <a:spLocks noGrp="1"/>
          </p:cNvSpPr>
          <p:nvPr/>
        </p:nvSpPr>
        <p:spPr>
          <a:xfrm>
            <a:off x="3858769" y="4375411"/>
            <a:ext cx="4745738" cy="80466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>
              <a:buNone/>
            </a:pPr>
            <a:r>
              <a:rPr sz="1600" dirty="0" err="1">
                <a:solidFill>
                  <a:srgbClr val="49657A"/>
                </a:solidFill>
                <a:latin typeface="Noto Sans TC"/>
                <a:ea typeface="Noto Sans TC"/>
                <a:cs typeface="Noto Sans TC"/>
              </a:rPr>
              <a:t>從校務文件</a:t>
            </a:r>
            <a:r>
              <a:rPr sz="1600" dirty="0">
                <a:solidFill>
                  <a:srgbClr val="49657A"/>
                </a:solidFill>
                <a:latin typeface="Noto Sans TC"/>
                <a:ea typeface="Noto Sans TC"/>
                <a:cs typeface="Noto Sans TC"/>
              </a:rPr>
              <a:t> </a:t>
            </a:r>
            <a:r>
              <a:rPr sz="1600" dirty="0" err="1">
                <a:solidFill>
                  <a:srgbClr val="49657A"/>
                </a:solidFill>
                <a:latin typeface="Noto Sans TC"/>
                <a:ea typeface="Noto Sans TC"/>
                <a:cs typeface="Noto Sans TC"/>
              </a:rPr>
              <a:t>找出段落，再讓模型依引用回答</a:t>
            </a:r>
            <a:r>
              <a:rPr sz="1600" dirty="0">
                <a:solidFill>
                  <a:srgbClr val="49657A"/>
                </a:solidFill>
                <a:latin typeface="Noto Sans TC"/>
                <a:ea typeface="Noto Sans TC"/>
                <a:cs typeface="Noto Sans TC"/>
              </a:rPr>
              <a:t>。</a:t>
            </a:r>
          </a:p>
        </p:txBody>
      </p:sp>
      <p:sp>
        <p:nvSpPr>
          <p:cNvPr id="75" name="Text 72">
            <a:extLst>
              <a:ext uri="{FF2B5EF4-FFF2-40B4-BE49-F238E27FC236}">
                <a16:creationId xmlns:a16="http://schemas.microsoft.com/office/drawing/2014/main" id="{E23816D7-CE8B-45E8-BEAC-EB6282287AFC}"/>
              </a:ext>
            </a:extLst>
          </p:cNvPr>
          <p:cNvSpPr>
            <a:spLocks noGrp="1"/>
          </p:cNvSpPr>
          <p:nvPr/>
        </p:nvSpPr>
        <p:spPr>
          <a:xfrm>
            <a:off x="5916167" y="2715769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ctr">
            <a:normAutofit fontScale="85000" lnSpcReduction="20000"/>
          </a:bodyPr>
          <a:lstStyle/>
          <a:p>
            <a:pPr marL="0" indent="0" algn="ctr">
              <a:buNone/>
            </a:pPr>
            <a:endParaRPr sz="2500" b="1" dirty="0">
              <a:solidFill>
                <a:srgbClr val="E58A4A"/>
              </a:solidFill>
              <a:latin typeface="Noto Sans TC"/>
              <a:ea typeface="Noto Sans TC"/>
              <a:cs typeface="Noto Sans TC"/>
            </a:endParaRPr>
          </a:p>
        </p:txBody>
      </p:sp>
      <p:sp>
        <p:nvSpPr>
          <p:cNvPr id="76" name="Text 73">
            <a:extLst>
              <a:ext uri="{FF2B5EF4-FFF2-40B4-BE49-F238E27FC236}">
                <a16:creationId xmlns:a16="http://schemas.microsoft.com/office/drawing/2014/main" id="{4BE789AA-12CE-41DD-927E-1FDC283D607E}"/>
              </a:ext>
            </a:extLst>
          </p:cNvPr>
          <p:cNvSpPr>
            <a:spLocks noGrp="1"/>
          </p:cNvSpPr>
          <p:nvPr/>
        </p:nvSpPr>
        <p:spPr>
          <a:xfrm>
            <a:off x="9482327" y="2715769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ctr">
            <a:normAutofit fontScale="85000" lnSpcReduction="20000"/>
          </a:bodyPr>
          <a:lstStyle/>
          <a:p>
            <a:pPr marL="0" indent="0" algn="ctr">
              <a:buNone/>
            </a:pPr>
            <a:endParaRPr sz="2500" b="1" dirty="0">
              <a:solidFill>
                <a:srgbClr val="E58A4A"/>
              </a:solidFill>
              <a:latin typeface="Noto Sans TC"/>
              <a:ea typeface="Noto Sans TC"/>
              <a:cs typeface="Noto Sans TC"/>
            </a:endParaRPr>
          </a:p>
        </p:txBody>
      </p:sp>
    </p:spTree>
    <p:extLst>
      <p:ext uri="{BB962C8B-B14F-4D97-AF65-F5344CB8AC3E}">
        <p14:creationId xmlns:p14="http://schemas.microsoft.com/office/powerpoint/2010/main" val="15533853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222235D-7F4A-42D3-A4BD-6408621DAE5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918087C-8D72-4319-A8AD-9CE8D936479A}"/>
              </a:ext>
            </a:extLst>
          </p:cNvPr>
          <p:cNvSpPr>
            <a:spLocks noGrp="1"/>
          </p:cNvSpPr>
          <p:nvPr/>
        </p:nvSpPr>
        <p:spPr>
          <a:xfrm>
            <a:off x="4572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E1250A52-B6BA-4E87-9438-5F790A757B44}"/>
              </a:ext>
            </a:extLst>
          </p:cNvPr>
          <p:cNvSpPr>
            <a:spLocks noGrp="1"/>
          </p:cNvSpPr>
          <p:nvPr/>
        </p:nvSpPr>
        <p:spPr>
          <a:xfrm>
            <a:off x="9144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6F7FFD26-41E6-424D-B370-FBC9F21C9147}"/>
              </a:ext>
            </a:extLst>
          </p:cNvPr>
          <p:cNvSpPr>
            <a:spLocks noGrp="1"/>
          </p:cNvSpPr>
          <p:nvPr/>
        </p:nvSpPr>
        <p:spPr>
          <a:xfrm>
            <a:off x="13716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9F0C1427-18D5-4962-A129-703AF6728B25}"/>
              </a:ext>
            </a:extLst>
          </p:cNvPr>
          <p:cNvSpPr>
            <a:spLocks noGrp="1"/>
          </p:cNvSpPr>
          <p:nvPr/>
        </p:nvSpPr>
        <p:spPr>
          <a:xfrm>
            <a:off x="18288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BAA8E8A1-27AD-4D1A-A484-0A8B9F719163}"/>
              </a:ext>
            </a:extLst>
          </p:cNvPr>
          <p:cNvSpPr>
            <a:spLocks noGrp="1"/>
          </p:cNvSpPr>
          <p:nvPr/>
        </p:nvSpPr>
        <p:spPr>
          <a:xfrm>
            <a:off x="22860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5CEA815A-F11D-4724-897E-0BECF100BD5C}"/>
              </a:ext>
            </a:extLst>
          </p:cNvPr>
          <p:cNvSpPr>
            <a:spLocks noGrp="1"/>
          </p:cNvSpPr>
          <p:nvPr/>
        </p:nvSpPr>
        <p:spPr>
          <a:xfrm>
            <a:off x="27432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C1BA7836-DA6B-49A8-A558-3584B0509E2E}"/>
              </a:ext>
            </a:extLst>
          </p:cNvPr>
          <p:cNvSpPr>
            <a:spLocks noGrp="1"/>
          </p:cNvSpPr>
          <p:nvPr/>
        </p:nvSpPr>
        <p:spPr>
          <a:xfrm>
            <a:off x="32004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0BB7B8D8-9C3B-4D78-B0A9-C2B7981F59AE}"/>
              </a:ext>
            </a:extLst>
          </p:cNvPr>
          <p:cNvSpPr>
            <a:spLocks noGrp="1"/>
          </p:cNvSpPr>
          <p:nvPr/>
        </p:nvSpPr>
        <p:spPr>
          <a:xfrm>
            <a:off x="36576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98DCF06B-271C-4C7A-BC4B-39BE44B61B36}"/>
              </a:ext>
            </a:extLst>
          </p:cNvPr>
          <p:cNvSpPr>
            <a:spLocks noGrp="1"/>
          </p:cNvSpPr>
          <p:nvPr/>
        </p:nvSpPr>
        <p:spPr>
          <a:xfrm>
            <a:off x="41148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6376A18E-A0AD-455C-8482-E85A7FB97FE6}"/>
              </a:ext>
            </a:extLst>
          </p:cNvPr>
          <p:cNvSpPr>
            <a:spLocks noGrp="1"/>
          </p:cNvSpPr>
          <p:nvPr/>
        </p:nvSpPr>
        <p:spPr>
          <a:xfrm>
            <a:off x="45720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3F653D5A-0099-4051-878F-D322AEC671E1}"/>
              </a:ext>
            </a:extLst>
          </p:cNvPr>
          <p:cNvSpPr>
            <a:spLocks noGrp="1"/>
          </p:cNvSpPr>
          <p:nvPr/>
        </p:nvSpPr>
        <p:spPr>
          <a:xfrm>
            <a:off x="50292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30B51BB1-EED2-46F3-B3D0-5D7DAACF4C56}"/>
              </a:ext>
            </a:extLst>
          </p:cNvPr>
          <p:cNvSpPr>
            <a:spLocks noGrp="1"/>
          </p:cNvSpPr>
          <p:nvPr/>
        </p:nvSpPr>
        <p:spPr>
          <a:xfrm>
            <a:off x="54864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6B2DFB79-8693-4D6A-B08F-73F8C52F29B1}"/>
              </a:ext>
            </a:extLst>
          </p:cNvPr>
          <p:cNvSpPr>
            <a:spLocks noGrp="1"/>
          </p:cNvSpPr>
          <p:nvPr/>
        </p:nvSpPr>
        <p:spPr>
          <a:xfrm>
            <a:off x="59436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68C49571-0195-46BA-87DB-63A7C48EF803}"/>
              </a:ext>
            </a:extLst>
          </p:cNvPr>
          <p:cNvSpPr>
            <a:spLocks noGrp="1"/>
          </p:cNvSpPr>
          <p:nvPr/>
        </p:nvSpPr>
        <p:spPr>
          <a:xfrm>
            <a:off x="64008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7789639F-E749-4BDD-AB7D-16727585BCCA}"/>
              </a:ext>
            </a:extLst>
          </p:cNvPr>
          <p:cNvSpPr>
            <a:spLocks noGrp="1"/>
          </p:cNvSpPr>
          <p:nvPr/>
        </p:nvSpPr>
        <p:spPr>
          <a:xfrm>
            <a:off x="68580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D655BDB0-E5C1-4FDC-91F3-437C8622CBA2}"/>
              </a:ext>
            </a:extLst>
          </p:cNvPr>
          <p:cNvSpPr>
            <a:spLocks noGrp="1"/>
          </p:cNvSpPr>
          <p:nvPr/>
        </p:nvSpPr>
        <p:spPr>
          <a:xfrm>
            <a:off x="73152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EAEF10E4-AE17-48E4-938B-36CED2800167}"/>
              </a:ext>
            </a:extLst>
          </p:cNvPr>
          <p:cNvSpPr>
            <a:spLocks noGrp="1"/>
          </p:cNvSpPr>
          <p:nvPr/>
        </p:nvSpPr>
        <p:spPr>
          <a:xfrm>
            <a:off x="77724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C95F127D-D7D2-40A3-B586-EE1BF6DFBC23}"/>
              </a:ext>
            </a:extLst>
          </p:cNvPr>
          <p:cNvSpPr>
            <a:spLocks noGrp="1"/>
          </p:cNvSpPr>
          <p:nvPr/>
        </p:nvSpPr>
        <p:spPr>
          <a:xfrm>
            <a:off x="82296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07AC338D-EB3F-4B8A-8DA3-467DFB162BCE}"/>
              </a:ext>
            </a:extLst>
          </p:cNvPr>
          <p:cNvSpPr>
            <a:spLocks noGrp="1"/>
          </p:cNvSpPr>
          <p:nvPr/>
        </p:nvSpPr>
        <p:spPr>
          <a:xfrm>
            <a:off x="86868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68F7CB2C-0756-4266-BA78-F83C42CCE7EC}"/>
              </a:ext>
            </a:extLst>
          </p:cNvPr>
          <p:cNvSpPr>
            <a:spLocks noGrp="1"/>
          </p:cNvSpPr>
          <p:nvPr/>
        </p:nvSpPr>
        <p:spPr>
          <a:xfrm>
            <a:off x="91440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D4E1CFF3-1A8E-4AB1-A16A-1E8BF6B01977}"/>
              </a:ext>
            </a:extLst>
          </p:cNvPr>
          <p:cNvSpPr>
            <a:spLocks noGrp="1"/>
          </p:cNvSpPr>
          <p:nvPr/>
        </p:nvSpPr>
        <p:spPr>
          <a:xfrm>
            <a:off x="96012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B76ECB5C-A2FF-4001-ABB7-802CA4EE5027}"/>
              </a:ext>
            </a:extLst>
          </p:cNvPr>
          <p:cNvSpPr>
            <a:spLocks noGrp="1"/>
          </p:cNvSpPr>
          <p:nvPr/>
        </p:nvSpPr>
        <p:spPr>
          <a:xfrm>
            <a:off x="100584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A8F10160-84E2-4EE0-B036-B74155CAAF57}"/>
              </a:ext>
            </a:extLst>
          </p:cNvPr>
          <p:cNvSpPr>
            <a:spLocks noGrp="1"/>
          </p:cNvSpPr>
          <p:nvPr/>
        </p:nvSpPr>
        <p:spPr>
          <a:xfrm>
            <a:off x="105156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D0A3DAFD-54F0-4299-BDCF-0325488391CE}"/>
              </a:ext>
            </a:extLst>
          </p:cNvPr>
          <p:cNvSpPr>
            <a:spLocks noGrp="1"/>
          </p:cNvSpPr>
          <p:nvPr/>
        </p:nvSpPr>
        <p:spPr>
          <a:xfrm>
            <a:off x="109728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7F5463B1-9B4D-4EAA-87CA-0AEB40BF8612}"/>
              </a:ext>
            </a:extLst>
          </p:cNvPr>
          <p:cNvSpPr>
            <a:spLocks noGrp="1"/>
          </p:cNvSpPr>
          <p:nvPr/>
        </p:nvSpPr>
        <p:spPr>
          <a:xfrm>
            <a:off x="114300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99544365-59BD-4D39-BEF6-543AC151EA87}"/>
              </a:ext>
            </a:extLst>
          </p:cNvPr>
          <p:cNvSpPr>
            <a:spLocks noGrp="1"/>
          </p:cNvSpPr>
          <p:nvPr/>
        </p:nvSpPr>
        <p:spPr>
          <a:xfrm>
            <a:off x="118872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D41DB0BE-4A62-42BB-B8BB-671A174F0B2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67052B90-671C-469D-9162-F9543D0C0507}"/>
              </a:ext>
            </a:extLst>
          </p:cNvPr>
          <p:cNvSpPr>
            <a:spLocks noGrp="1"/>
          </p:cNvSpPr>
          <p:nvPr/>
        </p:nvSpPr>
        <p:spPr>
          <a:xfrm>
            <a:off x="0" y="4572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31" name="Shape 29">
            <a:extLst>
              <a:ext uri="{FF2B5EF4-FFF2-40B4-BE49-F238E27FC236}">
                <a16:creationId xmlns:a16="http://schemas.microsoft.com/office/drawing/2014/main" id="{0B24724F-987F-4052-AE9C-B3EE13A7D2BD}"/>
              </a:ext>
            </a:extLst>
          </p:cNvPr>
          <p:cNvSpPr>
            <a:spLocks noGrp="1"/>
          </p:cNvSpPr>
          <p:nvPr/>
        </p:nvSpPr>
        <p:spPr>
          <a:xfrm>
            <a:off x="0" y="9144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32" name="Shape 30">
            <a:extLst>
              <a:ext uri="{FF2B5EF4-FFF2-40B4-BE49-F238E27FC236}">
                <a16:creationId xmlns:a16="http://schemas.microsoft.com/office/drawing/2014/main" id="{81B37686-E93A-44BC-80C5-9F57DD8969D8}"/>
              </a:ext>
            </a:extLst>
          </p:cNvPr>
          <p:cNvSpPr>
            <a:spLocks noGrp="1"/>
          </p:cNvSpPr>
          <p:nvPr/>
        </p:nvSpPr>
        <p:spPr>
          <a:xfrm>
            <a:off x="0" y="13716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33" name="Shape 31">
            <a:extLst>
              <a:ext uri="{FF2B5EF4-FFF2-40B4-BE49-F238E27FC236}">
                <a16:creationId xmlns:a16="http://schemas.microsoft.com/office/drawing/2014/main" id="{7F74A771-ED12-4C8E-ACD4-C7AFD4072659}"/>
              </a:ext>
            </a:extLst>
          </p:cNvPr>
          <p:cNvSpPr>
            <a:spLocks noGrp="1"/>
          </p:cNvSpPr>
          <p:nvPr/>
        </p:nvSpPr>
        <p:spPr>
          <a:xfrm>
            <a:off x="0" y="18288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34" name="Shape 32">
            <a:extLst>
              <a:ext uri="{FF2B5EF4-FFF2-40B4-BE49-F238E27FC236}">
                <a16:creationId xmlns:a16="http://schemas.microsoft.com/office/drawing/2014/main" id="{2F1E3ABB-2546-40B4-80D4-A92F00AD0FA3}"/>
              </a:ext>
            </a:extLst>
          </p:cNvPr>
          <p:cNvSpPr>
            <a:spLocks noGrp="1"/>
          </p:cNvSpPr>
          <p:nvPr/>
        </p:nvSpPr>
        <p:spPr>
          <a:xfrm>
            <a:off x="0" y="22860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35" name="Shape 33">
            <a:extLst>
              <a:ext uri="{FF2B5EF4-FFF2-40B4-BE49-F238E27FC236}">
                <a16:creationId xmlns:a16="http://schemas.microsoft.com/office/drawing/2014/main" id="{9F9389C1-F586-43D4-96F0-73466023DB74}"/>
              </a:ext>
            </a:extLst>
          </p:cNvPr>
          <p:cNvSpPr>
            <a:spLocks noGrp="1"/>
          </p:cNvSpPr>
          <p:nvPr/>
        </p:nvSpPr>
        <p:spPr>
          <a:xfrm>
            <a:off x="0" y="27432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36" name="Shape 34">
            <a:extLst>
              <a:ext uri="{FF2B5EF4-FFF2-40B4-BE49-F238E27FC236}">
                <a16:creationId xmlns:a16="http://schemas.microsoft.com/office/drawing/2014/main" id="{65077DBD-2CE7-44B0-AED0-5D46CA276506}"/>
              </a:ext>
            </a:extLst>
          </p:cNvPr>
          <p:cNvSpPr>
            <a:spLocks noGrp="1"/>
          </p:cNvSpPr>
          <p:nvPr/>
        </p:nvSpPr>
        <p:spPr>
          <a:xfrm>
            <a:off x="0" y="32004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37" name="Shape 35">
            <a:extLst>
              <a:ext uri="{FF2B5EF4-FFF2-40B4-BE49-F238E27FC236}">
                <a16:creationId xmlns:a16="http://schemas.microsoft.com/office/drawing/2014/main" id="{CC926E54-36D6-4D4F-A842-1C3E96AF2BF4}"/>
              </a:ext>
            </a:extLst>
          </p:cNvPr>
          <p:cNvSpPr>
            <a:spLocks noGrp="1"/>
          </p:cNvSpPr>
          <p:nvPr/>
        </p:nvSpPr>
        <p:spPr>
          <a:xfrm>
            <a:off x="0" y="36576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38" name="Shape 36">
            <a:extLst>
              <a:ext uri="{FF2B5EF4-FFF2-40B4-BE49-F238E27FC236}">
                <a16:creationId xmlns:a16="http://schemas.microsoft.com/office/drawing/2014/main" id="{11AA6646-FE33-43CD-BEF4-77FE467974E0}"/>
              </a:ext>
            </a:extLst>
          </p:cNvPr>
          <p:cNvSpPr>
            <a:spLocks noGrp="1"/>
          </p:cNvSpPr>
          <p:nvPr/>
        </p:nvSpPr>
        <p:spPr>
          <a:xfrm>
            <a:off x="0" y="41148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39" name="Shape 37">
            <a:extLst>
              <a:ext uri="{FF2B5EF4-FFF2-40B4-BE49-F238E27FC236}">
                <a16:creationId xmlns:a16="http://schemas.microsoft.com/office/drawing/2014/main" id="{EF3F9DA5-2368-42A3-8BCC-1F6F729D7589}"/>
              </a:ext>
            </a:extLst>
          </p:cNvPr>
          <p:cNvSpPr>
            <a:spLocks noGrp="1"/>
          </p:cNvSpPr>
          <p:nvPr/>
        </p:nvSpPr>
        <p:spPr>
          <a:xfrm>
            <a:off x="0" y="45720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40" name="Shape 38">
            <a:extLst>
              <a:ext uri="{FF2B5EF4-FFF2-40B4-BE49-F238E27FC236}">
                <a16:creationId xmlns:a16="http://schemas.microsoft.com/office/drawing/2014/main" id="{DF028568-81C9-450B-AF5E-9D4466855814}"/>
              </a:ext>
            </a:extLst>
          </p:cNvPr>
          <p:cNvSpPr>
            <a:spLocks noGrp="1"/>
          </p:cNvSpPr>
          <p:nvPr/>
        </p:nvSpPr>
        <p:spPr>
          <a:xfrm>
            <a:off x="0" y="50292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41" name="Shape 39">
            <a:extLst>
              <a:ext uri="{FF2B5EF4-FFF2-40B4-BE49-F238E27FC236}">
                <a16:creationId xmlns:a16="http://schemas.microsoft.com/office/drawing/2014/main" id="{43170372-3708-4B46-80DE-43744CE6AFE2}"/>
              </a:ext>
            </a:extLst>
          </p:cNvPr>
          <p:cNvSpPr>
            <a:spLocks noGrp="1"/>
          </p:cNvSpPr>
          <p:nvPr/>
        </p:nvSpPr>
        <p:spPr>
          <a:xfrm>
            <a:off x="0" y="54864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42" name="Shape 40">
            <a:extLst>
              <a:ext uri="{FF2B5EF4-FFF2-40B4-BE49-F238E27FC236}">
                <a16:creationId xmlns:a16="http://schemas.microsoft.com/office/drawing/2014/main" id="{E73646A0-DD33-4ACA-9D2B-27C0A6F60B39}"/>
              </a:ext>
            </a:extLst>
          </p:cNvPr>
          <p:cNvSpPr>
            <a:spLocks noGrp="1"/>
          </p:cNvSpPr>
          <p:nvPr/>
        </p:nvSpPr>
        <p:spPr>
          <a:xfrm>
            <a:off x="0" y="59436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43" name="Shape 41">
            <a:extLst>
              <a:ext uri="{FF2B5EF4-FFF2-40B4-BE49-F238E27FC236}">
                <a16:creationId xmlns:a16="http://schemas.microsoft.com/office/drawing/2014/main" id="{71D0E0CE-58BD-48BB-A531-A2CDE143DFA5}"/>
              </a:ext>
            </a:extLst>
          </p:cNvPr>
          <p:cNvSpPr>
            <a:spLocks noGrp="1"/>
          </p:cNvSpPr>
          <p:nvPr/>
        </p:nvSpPr>
        <p:spPr>
          <a:xfrm>
            <a:off x="0" y="64008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44" name="Shape 42">
            <a:extLst>
              <a:ext uri="{FF2B5EF4-FFF2-40B4-BE49-F238E27FC236}">
                <a16:creationId xmlns:a16="http://schemas.microsoft.com/office/drawing/2014/main" id="{5E808386-935D-4C83-85AD-4EF532278738}"/>
              </a:ext>
            </a:extLst>
          </p:cNvPr>
          <p:cNvSpPr>
            <a:spLocks noGrp="1"/>
          </p:cNvSpPr>
          <p:nvPr/>
        </p:nvSpPr>
        <p:spPr>
          <a:xfrm>
            <a:off x="0" y="68580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pic>
        <p:nvPicPr>
          <p:cNvPr id="124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1904" y="164592"/>
            <a:ext cx="1024128" cy="265176"/>
          </a:xfrm>
          <a:prstGeom prst="rect">
            <a:avLst/>
          </a:prstGeom>
        </p:spPr>
      </p:pic>
      <p:sp>
        <p:nvSpPr>
          <p:cNvPr id="46" name="Text 43">
            <a:extLst>
              <a:ext uri="{FF2B5EF4-FFF2-40B4-BE49-F238E27FC236}">
                <a16:creationId xmlns:a16="http://schemas.microsoft.com/office/drawing/2014/main" id="{FF58214C-35F2-4633-AADB-62AD2B7CF873}"/>
              </a:ext>
            </a:extLst>
          </p:cNvPr>
          <p:cNvSpPr>
            <a:spLocks noGrp="1"/>
          </p:cNvSpPr>
          <p:nvPr/>
        </p:nvSpPr>
        <p:spPr>
          <a:xfrm>
            <a:off x="566928" y="402336"/>
            <a:ext cx="6766560" cy="21945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000" b="1">
                <a:solidFill>
                  <a:srgbClr val="49657A"/>
                </a:solidFill>
                <a:latin typeface="Noto Sans TC"/>
                <a:ea typeface="Noto Sans TC"/>
                <a:cs typeface="Noto Sans TC"/>
              </a:rPr>
              <a:t>上午｜論文摘要探索與主分類分析</a:t>
            </a:r>
          </a:p>
        </p:txBody>
      </p:sp>
      <p:sp>
        <p:nvSpPr>
          <p:cNvPr id="47" name="Text 44">
            <a:extLst>
              <a:ext uri="{FF2B5EF4-FFF2-40B4-BE49-F238E27FC236}">
                <a16:creationId xmlns:a16="http://schemas.microsoft.com/office/drawing/2014/main" id="{DB7A9C7A-0348-4928-A42B-2913FB60574E}"/>
              </a:ext>
            </a:extLst>
          </p:cNvPr>
          <p:cNvSpPr>
            <a:spLocks noGrp="1"/>
          </p:cNvSpPr>
          <p:nvPr/>
        </p:nvSpPr>
        <p:spPr>
          <a:xfrm>
            <a:off x="566928" y="667512"/>
            <a:ext cx="9692640" cy="59436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r>
              <a:rPr lang="en-US" altLang="zh-TW" sz="3200" b="1" dirty="0" err="1">
                <a:solidFill>
                  <a:srgbClr val="153E6E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文本分析</a:t>
            </a:r>
            <a:endParaRPr sz="3200" b="1" dirty="0">
              <a:solidFill>
                <a:srgbClr val="153E6E"/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Noto Sans TC"/>
            </a:endParaRPr>
          </a:p>
        </p:txBody>
      </p:sp>
      <p:sp>
        <p:nvSpPr>
          <p:cNvPr id="48" name="Shape 45">
            <a:extLst>
              <a:ext uri="{FF2B5EF4-FFF2-40B4-BE49-F238E27FC236}">
                <a16:creationId xmlns:a16="http://schemas.microsoft.com/office/drawing/2014/main" id="{0AFD4DDA-3A72-495E-BE61-EA7FF7B63BA5}"/>
              </a:ext>
            </a:extLst>
          </p:cNvPr>
          <p:cNvSpPr>
            <a:spLocks noGrp="1"/>
          </p:cNvSpPr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8255">
            <a:solidFill>
              <a:srgbClr val="D7E3EC"/>
            </a:solidFill>
            <a:prstDash val="solid"/>
          </a:ln>
        </p:spPr>
      </p:sp>
      <p:sp>
        <p:nvSpPr>
          <p:cNvPr id="49" name="Text 46">
            <a:extLst>
              <a:ext uri="{FF2B5EF4-FFF2-40B4-BE49-F238E27FC236}">
                <a16:creationId xmlns:a16="http://schemas.microsoft.com/office/drawing/2014/main" id="{DE3DE381-DB22-4373-BF09-12B91BDE28E8}"/>
              </a:ext>
            </a:extLst>
          </p:cNvPr>
          <p:cNvSpPr>
            <a:spLocks noGrp="1"/>
          </p:cNvSpPr>
          <p:nvPr/>
        </p:nvSpPr>
        <p:spPr>
          <a:xfrm>
            <a:off x="530352" y="6510528"/>
            <a:ext cx="3200400" cy="18288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850" b="1">
                <a:solidFill>
                  <a:srgbClr val="6F8291"/>
                </a:solidFill>
                <a:latin typeface="Noto Sans TC"/>
                <a:ea typeface="Noto Sans TC"/>
                <a:cs typeface="Noto Sans TC"/>
              </a:rPr>
              <a:t>OPENING</a:t>
            </a:r>
          </a:p>
        </p:txBody>
      </p:sp>
      <p:sp>
        <p:nvSpPr>
          <p:cNvPr id="50" name="Text 47">
            <a:extLst>
              <a:ext uri="{FF2B5EF4-FFF2-40B4-BE49-F238E27FC236}">
                <a16:creationId xmlns:a16="http://schemas.microsoft.com/office/drawing/2014/main" id="{2ACEB5DD-0917-4803-915C-61720F428C21}"/>
              </a:ext>
            </a:extLst>
          </p:cNvPr>
          <p:cNvSpPr>
            <a:spLocks noGrp="1"/>
          </p:cNvSpPr>
          <p:nvPr/>
        </p:nvSpPr>
        <p:spPr>
          <a:xfrm>
            <a:off x="11064240" y="6473952"/>
            <a:ext cx="548640" cy="20116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r">
              <a:buNone/>
            </a:pPr>
            <a:r>
              <a:rPr sz="1000" b="1">
                <a:solidFill>
                  <a:srgbClr val="6F8291"/>
                </a:solidFill>
                <a:latin typeface="Noto Sans TC"/>
                <a:ea typeface="Noto Sans TC"/>
                <a:cs typeface="Noto Sans TC"/>
              </a:rPr>
              <a:t>02</a:t>
            </a:r>
          </a:p>
        </p:txBody>
      </p:sp>
      <p:sp>
        <p:nvSpPr>
          <p:cNvPr id="51" name="Shape 48">
            <a:extLst>
              <a:ext uri="{FF2B5EF4-FFF2-40B4-BE49-F238E27FC236}">
                <a16:creationId xmlns:a16="http://schemas.microsoft.com/office/drawing/2014/main" id="{2713F571-B3C8-4F96-AA2C-5F682BA51CE0}"/>
              </a:ext>
            </a:extLst>
          </p:cNvPr>
          <p:cNvSpPr>
            <a:spLocks noGrp="1"/>
          </p:cNvSpPr>
          <p:nvPr/>
        </p:nvSpPr>
        <p:spPr>
          <a:xfrm>
            <a:off x="6419088" y="6492240"/>
            <a:ext cx="164592" cy="164592"/>
          </a:xfrm>
          <a:prstGeom prst="ellipse">
            <a:avLst/>
          </a:prstGeom>
          <a:solidFill>
            <a:srgbClr val="3679B9"/>
          </a:solidFill>
          <a:ln w="12700">
            <a:solidFill>
              <a:srgbClr val="3679B9"/>
            </a:solidFill>
            <a:prstDash val="solid"/>
          </a:ln>
        </p:spPr>
      </p:sp>
      <p:sp>
        <p:nvSpPr>
          <p:cNvPr id="52" name="Text 49">
            <a:extLst>
              <a:ext uri="{FF2B5EF4-FFF2-40B4-BE49-F238E27FC236}">
                <a16:creationId xmlns:a16="http://schemas.microsoft.com/office/drawing/2014/main" id="{78BEE00E-94B1-4D7D-B88B-5FBC989428D8}"/>
              </a:ext>
            </a:extLst>
          </p:cNvPr>
          <p:cNvSpPr>
            <a:spLocks noGrp="1"/>
          </p:cNvSpPr>
          <p:nvPr/>
        </p:nvSpPr>
        <p:spPr>
          <a:xfrm>
            <a:off x="6629400" y="6496812"/>
            <a:ext cx="164592" cy="14630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750" b="1">
                <a:solidFill>
                  <a:srgbClr val="6F8291"/>
                </a:solidFill>
                <a:latin typeface="Noto Sans TC"/>
                <a:ea typeface="Noto Sans TC"/>
                <a:cs typeface="Noto Sans TC"/>
              </a:rPr>
              <a:t>S</a:t>
            </a:r>
          </a:p>
        </p:txBody>
      </p:sp>
      <p:sp>
        <p:nvSpPr>
          <p:cNvPr id="53" name="Shape 50">
            <a:extLst>
              <a:ext uri="{FF2B5EF4-FFF2-40B4-BE49-F238E27FC236}">
                <a16:creationId xmlns:a16="http://schemas.microsoft.com/office/drawing/2014/main" id="{21F168E1-5D88-496A-AE9C-AB93CF57DDF5}"/>
              </a:ext>
            </a:extLst>
          </p:cNvPr>
          <p:cNvSpPr>
            <a:spLocks noGrp="1"/>
          </p:cNvSpPr>
          <p:nvPr/>
        </p:nvSpPr>
        <p:spPr>
          <a:xfrm>
            <a:off x="6986016" y="6492240"/>
            <a:ext cx="164592" cy="164592"/>
          </a:xfrm>
          <a:prstGeom prst="ellipse">
            <a:avLst/>
          </a:prstGeom>
          <a:solidFill>
            <a:srgbClr val="E8F1F8"/>
          </a:solidFill>
          <a:ln w="12700">
            <a:solidFill>
              <a:srgbClr val="E8F1F8"/>
            </a:solidFill>
            <a:prstDash val="solid"/>
          </a:ln>
        </p:spPr>
      </p:sp>
      <p:sp>
        <p:nvSpPr>
          <p:cNvPr id="54" name="Text 51">
            <a:extLst>
              <a:ext uri="{FF2B5EF4-FFF2-40B4-BE49-F238E27FC236}">
                <a16:creationId xmlns:a16="http://schemas.microsoft.com/office/drawing/2014/main" id="{BF6AD6F3-697E-4EA1-8E34-4FCB3D9CFAAE}"/>
              </a:ext>
            </a:extLst>
          </p:cNvPr>
          <p:cNvSpPr>
            <a:spLocks noGrp="1"/>
          </p:cNvSpPr>
          <p:nvPr/>
        </p:nvSpPr>
        <p:spPr>
          <a:xfrm>
            <a:off x="7196328" y="6496812"/>
            <a:ext cx="164592" cy="14630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750" b="1">
                <a:solidFill>
                  <a:srgbClr val="6F8291"/>
                </a:solidFill>
                <a:latin typeface="Noto Sans TC"/>
                <a:ea typeface="Noto Sans TC"/>
                <a:cs typeface="Noto Sans TC"/>
              </a:rPr>
              <a:t>C</a:t>
            </a:r>
          </a:p>
        </p:txBody>
      </p:sp>
      <p:sp>
        <p:nvSpPr>
          <p:cNvPr id="55" name="Shape 52">
            <a:extLst>
              <a:ext uri="{FF2B5EF4-FFF2-40B4-BE49-F238E27FC236}">
                <a16:creationId xmlns:a16="http://schemas.microsoft.com/office/drawing/2014/main" id="{75D99E90-9128-4CE0-9E48-95DD3178CAB2}"/>
              </a:ext>
            </a:extLst>
          </p:cNvPr>
          <p:cNvSpPr>
            <a:spLocks noGrp="1"/>
          </p:cNvSpPr>
          <p:nvPr/>
        </p:nvSpPr>
        <p:spPr>
          <a:xfrm>
            <a:off x="7552944" y="6492240"/>
            <a:ext cx="164592" cy="164592"/>
          </a:xfrm>
          <a:prstGeom prst="ellipse">
            <a:avLst/>
          </a:prstGeom>
          <a:solidFill>
            <a:srgbClr val="E8F1F8"/>
          </a:solidFill>
          <a:ln w="12700">
            <a:solidFill>
              <a:srgbClr val="E8F1F8"/>
            </a:solidFill>
            <a:prstDash val="solid"/>
          </a:ln>
        </p:spPr>
      </p:sp>
      <p:sp>
        <p:nvSpPr>
          <p:cNvPr id="56" name="Text 53">
            <a:extLst>
              <a:ext uri="{FF2B5EF4-FFF2-40B4-BE49-F238E27FC236}">
                <a16:creationId xmlns:a16="http://schemas.microsoft.com/office/drawing/2014/main" id="{A3DC7A24-A404-44E0-86BA-05F23A942B25}"/>
              </a:ext>
            </a:extLst>
          </p:cNvPr>
          <p:cNvSpPr>
            <a:spLocks noGrp="1"/>
          </p:cNvSpPr>
          <p:nvPr/>
        </p:nvSpPr>
        <p:spPr>
          <a:xfrm>
            <a:off x="7763256" y="6496812"/>
            <a:ext cx="164592" cy="14630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750" b="1">
                <a:solidFill>
                  <a:srgbClr val="6F8291"/>
                </a:solidFill>
                <a:latin typeface="Noto Sans TC"/>
                <a:ea typeface="Noto Sans TC"/>
                <a:cs typeface="Noto Sans TC"/>
              </a:rPr>
              <a:t>P</a:t>
            </a:r>
          </a:p>
        </p:txBody>
      </p:sp>
      <p:sp>
        <p:nvSpPr>
          <p:cNvPr id="57" name="Shape 54">
            <a:extLst>
              <a:ext uri="{FF2B5EF4-FFF2-40B4-BE49-F238E27FC236}">
                <a16:creationId xmlns:a16="http://schemas.microsoft.com/office/drawing/2014/main" id="{3341DF2E-DA14-42E8-9DB0-6194490309BA}"/>
              </a:ext>
            </a:extLst>
          </p:cNvPr>
          <p:cNvSpPr>
            <a:spLocks noGrp="1"/>
          </p:cNvSpPr>
          <p:nvPr/>
        </p:nvSpPr>
        <p:spPr>
          <a:xfrm>
            <a:off x="8119872" y="6492240"/>
            <a:ext cx="164592" cy="164592"/>
          </a:xfrm>
          <a:prstGeom prst="ellipse">
            <a:avLst/>
          </a:prstGeom>
          <a:solidFill>
            <a:srgbClr val="E8F1F8"/>
          </a:solidFill>
          <a:ln w="12700">
            <a:solidFill>
              <a:srgbClr val="E8F1F8"/>
            </a:solidFill>
            <a:prstDash val="solid"/>
          </a:ln>
        </p:spPr>
      </p:sp>
      <p:sp>
        <p:nvSpPr>
          <p:cNvPr id="58" name="Text 55">
            <a:extLst>
              <a:ext uri="{FF2B5EF4-FFF2-40B4-BE49-F238E27FC236}">
                <a16:creationId xmlns:a16="http://schemas.microsoft.com/office/drawing/2014/main" id="{40E1B3D3-D57E-420A-B190-628726F6F8E2}"/>
              </a:ext>
            </a:extLst>
          </p:cNvPr>
          <p:cNvSpPr>
            <a:spLocks noGrp="1"/>
          </p:cNvSpPr>
          <p:nvPr/>
        </p:nvSpPr>
        <p:spPr>
          <a:xfrm>
            <a:off x="8330184" y="6496812"/>
            <a:ext cx="164592" cy="14630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750" b="1">
                <a:solidFill>
                  <a:srgbClr val="6F8291"/>
                </a:solidFill>
                <a:latin typeface="Noto Sans TC"/>
                <a:ea typeface="Noto Sans TC"/>
                <a:cs typeface="Noto Sans TC"/>
              </a:rPr>
              <a:t>A</a:t>
            </a:r>
          </a:p>
        </p:txBody>
      </p:sp>
      <p:sp>
        <p:nvSpPr>
          <p:cNvPr id="59" name="Shape 56">
            <a:extLst>
              <a:ext uri="{FF2B5EF4-FFF2-40B4-BE49-F238E27FC236}">
                <a16:creationId xmlns:a16="http://schemas.microsoft.com/office/drawing/2014/main" id="{E0069D7C-AF3B-48B6-9737-CADB259A4611}"/>
              </a:ext>
            </a:extLst>
          </p:cNvPr>
          <p:cNvSpPr>
            <a:spLocks noGrp="1"/>
          </p:cNvSpPr>
          <p:nvPr/>
        </p:nvSpPr>
        <p:spPr>
          <a:xfrm>
            <a:off x="8686800" y="6492240"/>
            <a:ext cx="164592" cy="164592"/>
          </a:xfrm>
          <a:prstGeom prst="ellipse">
            <a:avLst/>
          </a:prstGeom>
          <a:solidFill>
            <a:srgbClr val="E8F1F8"/>
          </a:solidFill>
          <a:ln w="12700">
            <a:solidFill>
              <a:srgbClr val="E8F1F8"/>
            </a:solidFill>
            <a:prstDash val="solid"/>
          </a:ln>
        </p:spPr>
      </p:sp>
      <p:sp>
        <p:nvSpPr>
          <p:cNvPr id="60" name="Text 57">
            <a:extLst>
              <a:ext uri="{FF2B5EF4-FFF2-40B4-BE49-F238E27FC236}">
                <a16:creationId xmlns:a16="http://schemas.microsoft.com/office/drawing/2014/main" id="{83A3C446-77A7-4112-941E-94016B2EAA20}"/>
              </a:ext>
            </a:extLst>
          </p:cNvPr>
          <p:cNvSpPr>
            <a:spLocks noGrp="1"/>
          </p:cNvSpPr>
          <p:nvPr/>
        </p:nvSpPr>
        <p:spPr>
          <a:xfrm>
            <a:off x="8897112" y="6496812"/>
            <a:ext cx="164592" cy="14630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750" b="1">
                <a:solidFill>
                  <a:srgbClr val="6F8291"/>
                </a:solidFill>
                <a:latin typeface="Noto Sans TC"/>
                <a:ea typeface="Noto Sans TC"/>
                <a:cs typeface="Noto Sans TC"/>
              </a:rPr>
              <a:t>R</a:t>
            </a:r>
          </a:p>
        </p:txBody>
      </p:sp>
      <p:sp>
        <p:nvSpPr>
          <p:cNvPr id="61" name="Shape 58">
            <a:extLst>
              <a:ext uri="{FF2B5EF4-FFF2-40B4-BE49-F238E27FC236}">
                <a16:creationId xmlns:a16="http://schemas.microsoft.com/office/drawing/2014/main" id="{DA8D344B-4D95-4A85-86C8-1084990AB8D3}"/>
              </a:ext>
            </a:extLst>
          </p:cNvPr>
          <p:cNvSpPr>
            <a:spLocks noGrp="1"/>
          </p:cNvSpPr>
          <p:nvPr/>
        </p:nvSpPr>
        <p:spPr>
          <a:xfrm>
            <a:off x="9253728" y="6492240"/>
            <a:ext cx="164592" cy="164592"/>
          </a:xfrm>
          <a:prstGeom prst="ellipse">
            <a:avLst/>
          </a:prstGeom>
          <a:solidFill>
            <a:srgbClr val="E8F1F8"/>
          </a:solidFill>
          <a:ln w="12700">
            <a:solidFill>
              <a:srgbClr val="E8F1F8"/>
            </a:solidFill>
            <a:prstDash val="solid"/>
          </a:ln>
        </p:spPr>
      </p:sp>
      <p:sp>
        <p:nvSpPr>
          <p:cNvPr id="62" name="Text 59">
            <a:extLst>
              <a:ext uri="{FF2B5EF4-FFF2-40B4-BE49-F238E27FC236}">
                <a16:creationId xmlns:a16="http://schemas.microsoft.com/office/drawing/2014/main" id="{D4BBC432-C5A3-4BD3-AD0F-90F41037C854}"/>
              </a:ext>
            </a:extLst>
          </p:cNvPr>
          <p:cNvSpPr>
            <a:spLocks noGrp="1"/>
          </p:cNvSpPr>
          <p:nvPr/>
        </p:nvSpPr>
        <p:spPr>
          <a:xfrm>
            <a:off x="9464040" y="6496812"/>
            <a:ext cx="164592" cy="14630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750" b="1">
                <a:solidFill>
                  <a:srgbClr val="6F8291"/>
                </a:solidFill>
                <a:latin typeface="Noto Sans TC"/>
                <a:ea typeface="Noto Sans TC"/>
                <a:cs typeface="Noto Sans TC"/>
              </a:rPr>
              <a:t>I</a:t>
            </a:r>
          </a:p>
        </p:txBody>
      </p:sp>
      <p:sp>
        <p:nvSpPr>
          <p:cNvPr id="63" name="Shape 60">
            <a:extLst>
              <a:ext uri="{FF2B5EF4-FFF2-40B4-BE49-F238E27FC236}">
                <a16:creationId xmlns:a16="http://schemas.microsoft.com/office/drawing/2014/main" id="{AFB63AC1-7726-4AAE-8D85-A0428F0A09E2}"/>
              </a:ext>
            </a:extLst>
          </p:cNvPr>
          <p:cNvSpPr>
            <a:spLocks noGrp="1"/>
          </p:cNvSpPr>
          <p:nvPr/>
        </p:nvSpPr>
        <p:spPr>
          <a:xfrm>
            <a:off x="685800" y="1417320"/>
            <a:ext cx="5084064" cy="1389888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4" name="Shape 61">
            <a:extLst>
              <a:ext uri="{FF2B5EF4-FFF2-40B4-BE49-F238E27FC236}">
                <a16:creationId xmlns:a16="http://schemas.microsoft.com/office/drawing/2014/main" id="{8ECCCBE8-1C0A-4EA7-B749-252007DC4F03}"/>
              </a:ext>
            </a:extLst>
          </p:cNvPr>
          <p:cNvSpPr>
            <a:spLocks noGrp="1"/>
          </p:cNvSpPr>
          <p:nvPr/>
        </p:nvSpPr>
        <p:spPr>
          <a:xfrm>
            <a:off x="685800" y="1417320"/>
            <a:ext cx="91440" cy="1389888"/>
          </a:xfrm>
          <a:prstGeom prst="rect">
            <a:avLst/>
          </a:prstGeom>
          <a:solidFill>
            <a:srgbClr val="3679B9"/>
          </a:solidFill>
          <a:ln w="12700">
            <a:solidFill>
              <a:srgbClr val="3679B9"/>
            </a:solidFill>
            <a:prstDash val="solid"/>
          </a:ln>
        </p:spPr>
      </p:sp>
      <p:sp>
        <p:nvSpPr>
          <p:cNvPr id="65" name="Text 62">
            <a:extLst>
              <a:ext uri="{FF2B5EF4-FFF2-40B4-BE49-F238E27FC236}">
                <a16:creationId xmlns:a16="http://schemas.microsoft.com/office/drawing/2014/main" id="{E0A4FCFC-8C55-4AE5-88ED-2602A84D6CD7}"/>
              </a:ext>
            </a:extLst>
          </p:cNvPr>
          <p:cNvSpPr>
            <a:spLocks noGrp="1"/>
          </p:cNvSpPr>
          <p:nvPr/>
        </p:nvSpPr>
        <p:spPr>
          <a:xfrm>
            <a:off x="941832" y="1645920"/>
            <a:ext cx="4626864" cy="32004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800" b="1" dirty="0">
                <a:solidFill>
                  <a:srgbClr val="153E6E"/>
                </a:solidFill>
                <a:latin typeface="Noto Sans TC"/>
                <a:ea typeface="Noto Sans TC"/>
                <a:cs typeface="Noto Sans TC"/>
              </a:rPr>
              <a:t>255 </a:t>
            </a:r>
            <a:r>
              <a:rPr sz="1800" b="1" dirty="0" err="1">
                <a:solidFill>
                  <a:srgbClr val="153E6E"/>
                </a:solidFill>
                <a:latin typeface="Noto Sans TC"/>
                <a:ea typeface="Noto Sans TC"/>
                <a:cs typeface="Noto Sans TC"/>
              </a:rPr>
              <a:t>篇公開摘要</a:t>
            </a:r>
            <a:endParaRPr sz="1800" b="1" dirty="0">
              <a:solidFill>
                <a:srgbClr val="153E6E"/>
              </a:solidFill>
              <a:latin typeface="Noto Sans TC"/>
              <a:ea typeface="Noto Sans TC"/>
              <a:cs typeface="Noto Sans TC"/>
            </a:endParaRPr>
          </a:p>
        </p:txBody>
      </p:sp>
      <p:sp>
        <p:nvSpPr>
          <p:cNvPr id="66" name="Text 63">
            <a:extLst>
              <a:ext uri="{FF2B5EF4-FFF2-40B4-BE49-F238E27FC236}">
                <a16:creationId xmlns:a16="http://schemas.microsoft.com/office/drawing/2014/main" id="{EB003F0A-77AC-4DBE-BFAC-9575C7CFDFBC}"/>
              </a:ext>
            </a:extLst>
          </p:cNvPr>
          <p:cNvSpPr>
            <a:spLocks noGrp="1"/>
          </p:cNvSpPr>
          <p:nvPr/>
        </p:nvSpPr>
        <p:spPr>
          <a:xfrm>
            <a:off x="941832" y="2112264"/>
            <a:ext cx="4608576" cy="52120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>
              <a:buNone/>
            </a:pPr>
            <a:r>
              <a:rPr sz="1600">
                <a:solidFill>
                  <a:srgbClr val="49657A"/>
                </a:solidFill>
                <a:latin typeface="Noto Sans TC"/>
                <a:ea typeface="Noto Sans TC"/>
                <a:cs typeface="Noto Sans TC"/>
              </a:rPr>
              <a:t>北科 157｜雲科 98
學年 110–114；博碩士</a:t>
            </a:r>
          </a:p>
        </p:txBody>
      </p:sp>
      <p:sp>
        <p:nvSpPr>
          <p:cNvPr id="67" name="Shape 64">
            <a:extLst>
              <a:ext uri="{FF2B5EF4-FFF2-40B4-BE49-F238E27FC236}">
                <a16:creationId xmlns:a16="http://schemas.microsoft.com/office/drawing/2014/main" id="{D291F1B5-E76B-48C1-8D91-001DA5098682}"/>
              </a:ext>
            </a:extLst>
          </p:cNvPr>
          <p:cNvSpPr>
            <a:spLocks noGrp="1"/>
          </p:cNvSpPr>
          <p:nvPr/>
        </p:nvSpPr>
        <p:spPr>
          <a:xfrm>
            <a:off x="6245352" y="1417320"/>
            <a:ext cx="5084064" cy="1389888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8" name="Shape 65">
            <a:extLst>
              <a:ext uri="{FF2B5EF4-FFF2-40B4-BE49-F238E27FC236}">
                <a16:creationId xmlns:a16="http://schemas.microsoft.com/office/drawing/2014/main" id="{57D51B17-B16A-4F1B-836D-1AE759377378}"/>
              </a:ext>
            </a:extLst>
          </p:cNvPr>
          <p:cNvSpPr>
            <a:spLocks noGrp="1"/>
          </p:cNvSpPr>
          <p:nvPr/>
        </p:nvSpPr>
        <p:spPr>
          <a:xfrm>
            <a:off x="6245352" y="1417320"/>
            <a:ext cx="91440" cy="1389888"/>
          </a:xfrm>
          <a:prstGeom prst="rect">
            <a:avLst/>
          </a:prstGeom>
          <a:solidFill>
            <a:srgbClr val="E58A4A"/>
          </a:solidFill>
          <a:ln w="12700">
            <a:solidFill>
              <a:srgbClr val="E58A4A"/>
            </a:solidFill>
            <a:prstDash val="solid"/>
          </a:ln>
        </p:spPr>
      </p:sp>
      <p:sp>
        <p:nvSpPr>
          <p:cNvPr id="69" name="Text 66">
            <a:extLst>
              <a:ext uri="{FF2B5EF4-FFF2-40B4-BE49-F238E27FC236}">
                <a16:creationId xmlns:a16="http://schemas.microsoft.com/office/drawing/2014/main" id="{A526A7B7-2A93-4DC8-85A8-2B995C68B10F}"/>
              </a:ext>
            </a:extLst>
          </p:cNvPr>
          <p:cNvSpPr>
            <a:spLocks noGrp="1"/>
          </p:cNvSpPr>
          <p:nvPr/>
        </p:nvSpPr>
        <p:spPr>
          <a:xfrm>
            <a:off x="6501384" y="1645920"/>
            <a:ext cx="4626864" cy="32004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800" b="1">
                <a:solidFill>
                  <a:srgbClr val="153E6E"/>
                </a:solidFill>
                <a:latin typeface="Noto Sans TC"/>
                <a:ea typeface="Noto Sans TC"/>
                <a:cs typeface="Noto Sans TC"/>
              </a:rPr>
              <a:t>主分類與人工複核</a:t>
            </a:r>
          </a:p>
        </p:txBody>
      </p:sp>
      <p:sp>
        <p:nvSpPr>
          <p:cNvPr id="70" name="Text 67">
            <a:extLst>
              <a:ext uri="{FF2B5EF4-FFF2-40B4-BE49-F238E27FC236}">
                <a16:creationId xmlns:a16="http://schemas.microsoft.com/office/drawing/2014/main" id="{8F753088-D2E0-44DD-8E21-8BA794772A33}"/>
              </a:ext>
            </a:extLst>
          </p:cNvPr>
          <p:cNvSpPr>
            <a:spLocks noGrp="1"/>
          </p:cNvSpPr>
          <p:nvPr/>
        </p:nvSpPr>
        <p:spPr>
          <a:xfrm>
            <a:off x="6501384" y="2112264"/>
            <a:ext cx="4608576" cy="52120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>
              <a:buNone/>
            </a:pPr>
            <a:r>
              <a:rPr sz="1600">
                <a:solidFill>
                  <a:srgbClr val="49657A"/>
                </a:solidFill>
                <a:latin typeface="Noto Sans TC"/>
                <a:ea typeface="Noto Sans TC"/>
                <a:cs typeface="Noto Sans TC"/>
              </a:rPr>
              <a:t>每筆保留 evidence_quote；
不確定時標記無法判定。</a:t>
            </a:r>
          </a:p>
        </p:txBody>
      </p:sp>
      <p:sp>
        <p:nvSpPr>
          <p:cNvPr id="71" name="Shape 68">
            <a:extLst>
              <a:ext uri="{FF2B5EF4-FFF2-40B4-BE49-F238E27FC236}">
                <a16:creationId xmlns:a16="http://schemas.microsoft.com/office/drawing/2014/main" id="{F25D7731-55C0-4E4F-9EA7-80358658838A}"/>
              </a:ext>
            </a:extLst>
          </p:cNvPr>
          <p:cNvSpPr>
            <a:spLocks noGrp="1"/>
          </p:cNvSpPr>
          <p:nvPr/>
        </p:nvSpPr>
        <p:spPr>
          <a:xfrm>
            <a:off x="685800" y="3264408"/>
            <a:ext cx="5084064" cy="1389888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2" name="Shape 69">
            <a:extLst>
              <a:ext uri="{FF2B5EF4-FFF2-40B4-BE49-F238E27FC236}">
                <a16:creationId xmlns:a16="http://schemas.microsoft.com/office/drawing/2014/main" id="{981BDC37-11CA-4485-8269-DA8B1952C91E}"/>
              </a:ext>
            </a:extLst>
          </p:cNvPr>
          <p:cNvSpPr>
            <a:spLocks noGrp="1"/>
          </p:cNvSpPr>
          <p:nvPr/>
        </p:nvSpPr>
        <p:spPr>
          <a:xfrm>
            <a:off x="685800" y="3264408"/>
            <a:ext cx="91440" cy="1389888"/>
          </a:xfrm>
          <a:prstGeom prst="rect">
            <a:avLst/>
          </a:prstGeom>
          <a:solidFill>
            <a:srgbClr val="E8B849"/>
          </a:solidFill>
          <a:ln w="12700">
            <a:solidFill>
              <a:srgbClr val="E8B849"/>
            </a:solidFill>
            <a:prstDash val="solid"/>
          </a:ln>
        </p:spPr>
      </p:sp>
      <p:sp>
        <p:nvSpPr>
          <p:cNvPr id="73" name="Text 70">
            <a:extLst>
              <a:ext uri="{FF2B5EF4-FFF2-40B4-BE49-F238E27FC236}">
                <a16:creationId xmlns:a16="http://schemas.microsoft.com/office/drawing/2014/main" id="{7160F489-0948-4191-B228-8C825A9B3E5D}"/>
              </a:ext>
            </a:extLst>
          </p:cNvPr>
          <p:cNvSpPr>
            <a:spLocks noGrp="1"/>
          </p:cNvSpPr>
          <p:nvPr/>
        </p:nvSpPr>
        <p:spPr>
          <a:xfrm>
            <a:off x="941832" y="3493008"/>
            <a:ext cx="4626864" cy="32004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800" b="1">
                <a:solidFill>
                  <a:srgbClr val="153E6E"/>
                </a:solidFill>
                <a:latin typeface="Noto Sans TC"/>
                <a:ea typeface="Noto Sans TC"/>
                <a:cs typeface="Noto Sans TC"/>
              </a:rPr>
              <a:t>比較輸出</a:t>
            </a:r>
          </a:p>
        </p:txBody>
      </p:sp>
      <p:sp>
        <p:nvSpPr>
          <p:cNvPr id="74" name="Text 71">
            <a:extLst>
              <a:ext uri="{FF2B5EF4-FFF2-40B4-BE49-F238E27FC236}">
                <a16:creationId xmlns:a16="http://schemas.microsoft.com/office/drawing/2014/main" id="{56B81944-ADB2-405A-B7F3-7F8EB6D2A552}"/>
              </a:ext>
            </a:extLst>
          </p:cNvPr>
          <p:cNvSpPr>
            <a:spLocks noGrp="1"/>
          </p:cNvSpPr>
          <p:nvPr/>
        </p:nvSpPr>
        <p:spPr>
          <a:xfrm>
            <a:off x="941832" y="3959352"/>
            <a:ext cx="4608576" cy="52120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>
              <a:buNone/>
            </a:pPr>
            <a:r>
              <a:rPr sz="1600">
                <a:solidFill>
                  <a:srgbClr val="49657A"/>
                </a:solidFill>
                <a:latin typeface="Noto Sans TC"/>
                <a:ea typeface="Noto Sans TC"/>
                <a:cs typeface="Noto Sans TC"/>
              </a:rPr>
              <a:t>全體比例、碩博分層、
代表證據句與反例。</a:t>
            </a:r>
          </a:p>
        </p:txBody>
      </p:sp>
      <p:sp>
        <p:nvSpPr>
          <p:cNvPr id="75" name="Shape 72">
            <a:extLst>
              <a:ext uri="{FF2B5EF4-FFF2-40B4-BE49-F238E27FC236}">
                <a16:creationId xmlns:a16="http://schemas.microsoft.com/office/drawing/2014/main" id="{7E7D921D-53AE-4986-A21A-B5499ED0C789}"/>
              </a:ext>
            </a:extLst>
          </p:cNvPr>
          <p:cNvSpPr>
            <a:spLocks noGrp="1"/>
          </p:cNvSpPr>
          <p:nvPr/>
        </p:nvSpPr>
        <p:spPr>
          <a:xfrm>
            <a:off x="6245352" y="3264408"/>
            <a:ext cx="5084064" cy="1389888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6" name="Shape 73">
            <a:extLst>
              <a:ext uri="{FF2B5EF4-FFF2-40B4-BE49-F238E27FC236}">
                <a16:creationId xmlns:a16="http://schemas.microsoft.com/office/drawing/2014/main" id="{696BF4C6-4E52-4184-9DEB-DCC2F7E8FCB4}"/>
              </a:ext>
            </a:extLst>
          </p:cNvPr>
          <p:cNvSpPr>
            <a:spLocks noGrp="1"/>
          </p:cNvSpPr>
          <p:nvPr/>
        </p:nvSpPr>
        <p:spPr>
          <a:xfrm>
            <a:off x="6245352" y="3264408"/>
            <a:ext cx="91440" cy="1389888"/>
          </a:xfrm>
          <a:prstGeom prst="rect">
            <a:avLst/>
          </a:prstGeom>
          <a:solidFill>
            <a:srgbClr val="49657A"/>
          </a:solidFill>
          <a:ln w="12700">
            <a:solidFill>
              <a:srgbClr val="49657A"/>
            </a:solidFill>
            <a:prstDash val="solid"/>
          </a:ln>
        </p:spPr>
      </p:sp>
      <p:sp>
        <p:nvSpPr>
          <p:cNvPr id="77" name="Text 74">
            <a:extLst>
              <a:ext uri="{FF2B5EF4-FFF2-40B4-BE49-F238E27FC236}">
                <a16:creationId xmlns:a16="http://schemas.microsoft.com/office/drawing/2014/main" id="{DB664934-0636-48F8-8160-AFBDFB4AD889}"/>
              </a:ext>
            </a:extLst>
          </p:cNvPr>
          <p:cNvSpPr>
            <a:spLocks noGrp="1"/>
          </p:cNvSpPr>
          <p:nvPr/>
        </p:nvSpPr>
        <p:spPr>
          <a:xfrm>
            <a:off x="6501384" y="3493008"/>
            <a:ext cx="4626864" cy="32004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800" b="1">
                <a:solidFill>
                  <a:srgbClr val="153E6E"/>
                </a:solidFill>
                <a:latin typeface="Noto Sans TC"/>
                <a:ea typeface="Noto Sans TC"/>
                <a:cs typeface="Noto Sans TC"/>
              </a:rPr>
              <a:t>研究限制</a:t>
            </a:r>
          </a:p>
        </p:txBody>
      </p:sp>
      <p:sp>
        <p:nvSpPr>
          <p:cNvPr id="78" name="Text 75">
            <a:extLst>
              <a:ext uri="{FF2B5EF4-FFF2-40B4-BE49-F238E27FC236}">
                <a16:creationId xmlns:a16="http://schemas.microsoft.com/office/drawing/2014/main" id="{6BCECF22-DE20-4B77-892D-C8DE4A794E30}"/>
              </a:ext>
            </a:extLst>
          </p:cNvPr>
          <p:cNvSpPr>
            <a:spLocks noGrp="1"/>
          </p:cNvSpPr>
          <p:nvPr/>
        </p:nvSpPr>
        <p:spPr>
          <a:xfrm>
            <a:off x="6501384" y="3959352"/>
            <a:ext cx="4608576" cy="52120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>
              <a:buNone/>
            </a:pPr>
            <a:r>
              <a:rPr sz="1600">
                <a:solidFill>
                  <a:srgbClr val="49657A"/>
                </a:solidFill>
                <a:latin typeface="Noto Sans TC"/>
                <a:ea typeface="Noto Sans TC"/>
                <a:cs typeface="Noto Sans TC"/>
              </a:rPr>
              <a:t>摘要不等於全文；
不做論文品質排名。</a:t>
            </a:r>
          </a:p>
        </p:txBody>
      </p:sp>
    </p:spTree>
    <p:extLst>
      <p:ext uri="{BB962C8B-B14F-4D97-AF65-F5344CB8AC3E}">
        <p14:creationId xmlns:p14="http://schemas.microsoft.com/office/powerpoint/2010/main" val="12931650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B8D95AD-067D-41E2-86C0-E49B11177DC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EEC27F40-63E9-4A11-BABC-418966D17234}"/>
              </a:ext>
            </a:extLst>
          </p:cNvPr>
          <p:cNvSpPr>
            <a:spLocks noGrp="1"/>
          </p:cNvSpPr>
          <p:nvPr/>
        </p:nvSpPr>
        <p:spPr>
          <a:xfrm>
            <a:off x="4572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6081D5E9-3222-44FF-ADCB-F879D90A9396}"/>
              </a:ext>
            </a:extLst>
          </p:cNvPr>
          <p:cNvSpPr>
            <a:spLocks noGrp="1"/>
          </p:cNvSpPr>
          <p:nvPr/>
        </p:nvSpPr>
        <p:spPr>
          <a:xfrm>
            <a:off x="9144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0F9C68FD-FF4B-4B6A-BD2C-747CA70A71A0}"/>
              </a:ext>
            </a:extLst>
          </p:cNvPr>
          <p:cNvSpPr>
            <a:spLocks noGrp="1"/>
          </p:cNvSpPr>
          <p:nvPr/>
        </p:nvSpPr>
        <p:spPr>
          <a:xfrm>
            <a:off x="13716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E3BFBB5D-3343-477B-9CBE-8052C1D296B3}"/>
              </a:ext>
            </a:extLst>
          </p:cNvPr>
          <p:cNvSpPr>
            <a:spLocks noGrp="1"/>
          </p:cNvSpPr>
          <p:nvPr/>
        </p:nvSpPr>
        <p:spPr>
          <a:xfrm>
            <a:off x="18288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9B19E3AB-2B6B-4BEE-8528-2404FC221FDB}"/>
              </a:ext>
            </a:extLst>
          </p:cNvPr>
          <p:cNvSpPr>
            <a:spLocks noGrp="1"/>
          </p:cNvSpPr>
          <p:nvPr/>
        </p:nvSpPr>
        <p:spPr>
          <a:xfrm>
            <a:off x="22860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EA10C76F-637F-4BF7-971A-11751AC66605}"/>
              </a:ext>
            </a:extLst>
          </p:cNvPr>
          <p:cNvSpPr>
            <a:spLocks noGrp="1"/>
          </p:cNvSpPr>
          <p:nvPr/>
        </p:nvSpPr>
        <p:spPr>
          <a:xfrm>
            <a:off x="27432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F083AE10-3071-45F5-B0D6-C7CA506953FD}"/>
              </a:ext>
            </a:extLst>
          </p:cNvPr>
          <p:cNvSpPr>
            <a:spLocks noGrp="1"/>
          </p:cNvSpPr>
          <p:nvPr/>
        </p:nvSpPr>
        <p:spPr>
          <a:xfrm>
            <a:off x="32004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3938CE6A-D944-4A68-88FD-947833BB0AA4}"/>
              </a:ext>
            </a:extLst>
          </p:cNvPr>
          <p:cNvSpPr>
            <a:spLocks noGrp="1"/>
          </p:cNvSpPr>
          <p:nvPr/>
        </p:nvSpPr>
        <p:spPr>
          <a:xfrm>
            <a:off x="36576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DE44FAC2-DE32-4E32-9461-6401A8967E71}"/>
              </a:ext>
            </a:extLst>
          </p:cNvPr>
          <p:cNvSpPr>
            <a:spLocks noGrp="1"/>
          </p:cNvSpPr>
          <p:nvPr/>
        </p:nvSpPr>
        <p:spPr>
          <a:xfrm>
            <a:off x="41148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3B2BF164-4C4E-44B1-89AD-2F4EBCD91B01}"/>
              </a:ext>
            </a:extLst>
          </p:cNvPr>
          <p:cNvSpPr>
            <a:spLocks noGrp="1"/>
          </p:cNvSpPr>
          <p:nvPr/>
        </p:nvSpPr>
        <p:spPr>
          <a:xfrm>
            <a:off x="45720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5C2F5C70-8E3D-467F-8BE1-53007BC3E714}"/>
              </a:ext>
            </a:extLst>
          </p:cNvPr>
          <p:cNvSpPr>
            <a:spLocks noGrp="1"/>
          </p:cNvSpPr>
          <p:nvPr/>
        </p:nvSpPr>
        <p:spPr>
          <a:xfrm>
            <a:off x="50292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7B79BB7A-0FD3-4DAF-A492-9DE403E8272E}"/>
              </a:ext>
            </a:extLst>
          </p:cNvPr>
          <p:cNvSpPr>
            <a:spLocks noGrp="1"/>
          </p:cNvSpPr>
          <p:nvPr/>
        </p:nvSpPr>
        <p:spPr>
          <a:xfrm>
            <a:off x="54864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E679985A-E3C3-4933-AE61-BE491384A67C}"/>
              </a:ext>
            </a:extLst>
          </p:cNvPr>
          <p:cNvSpPr>
            <a:spLocks noGrp="1"/>
          </p:cNvSpPr>
          <p:nvPr/>
        </p:nvSpPr>
        <p:spPr>
          <a:xfrm>
            <a:off x="59436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A5B6FEEB-2E81-4305-8CCC-9D3189E94D0F}"/>
              </a:ext>
            </a:extLst>
          </p:cNvPr>
          <p:cNvSpPr>
            <a:spLocks noGrp="1"/>
          </p:cNvSpPr>
          <p:nvPr/>
        </p:nvSpPr>
        <p:spPr>
          <a:xfrm>
            <a:off x="64008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1201EFC5-480C-4D21-9ABA-49A2D271ED22}"/>
              </a:ext>
            </a:extLst>
          </p:cNvPr>
          <p:cNvSpPr>
            <a:spLocks noGrp="1"/>
          </p:cNvSpPr>
          <p:nvPr/>
        </p:nvSpPr>
        <p:spPr>
          <a:xfrm>
            <a:off x="68580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71BD6CAD-9ED7-4B37-A6DE-2984F193F3A3}"/>
              </a:ext>
            </a:extLst>
          </p:cNvPr>
          <p:cNvSpPr>
            <a:spLocks noGrp="1"/>
          </p:cNvSpPr>
          <p:nvPr/>
        </p:nvSpPr>
        <p:spPr>
          <a:xfrm>
            <a:off x="73152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269D9722-0B4E-4C19-8A08-3017BDC6EDEB}"/>
              </a:ext>
            </a:extLst>
          </p:cNvPr>
          <p:cNvSpPr>
            <a:spLocks noGrp="1"/>
          </p:cNvSpPr>
          <p:nvPr/>
        </p:nvSpPr>
        <p:spPr>
          <a:xfrm>
            <a:off x="77724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7ECD90F8-7D81-4E10-AFFA-924BBED1C11F}"/>
              </a:ext>
            </a:extLst>
          </p:cNvPr>
          <p:cNvSpPr>
            <a:spLocks noGrp="1"/>
          </p:cNvSpPr>
          <p:nvPr/>
        </p:nvSpPr>
        <p:spPr>
          <a:xfrm>
            <a:off x="82296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968C7B3F-3B2F-4F73-A349-A9C01713FC57}"/>
              </a:ext>
            </a:extLst>
          </p:cNvPr>
          <p:cNvSpPr>
            <a:spLocks noGrp="1"/>
          </p:cNvSpPr>
          <p:nvPr/>
        </p:nvSpPr>
        <p:spPr>
          <a:xfrm>
            <a:off x="86868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37F111FD-5311-4B6D-B790-5D8CEBD9D736}"/>
              </a:ext>
            </a:extLst>
          </p:cNvPr>
          <p:cNvSpPr>
            <a:spLocks noGrp="1"/>
          </p:cNvSpPr>
          <p:nvPr/>
        </p:nvSpPr>
        <p:spPr>
          <a:xfrm>
            <a:off x="91440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F8C51096-6362-4D1E-92CE-F13BE021E0F9}"/>
              </a:ext>
            </a:extLst>
          </p:cNvPr>
          <p:cNvSpPr>
            <a:spLocks noGrp="1"/>
          </p:cNvSpPr>
          <p:nvPr/>
        </p:nvSpPr>
        <p:spPr>
          <a:xfrm>
            <a:off x="96012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D96DFBDD-694E-422D-A338-0A94177B17DB}"/>
              </a:ext>
            </a:extLst>
          </p:cNvPr>
          <p:cNvSpPr>
            <a:spLocks noGrp="1"/>
          </p:cNvSpPr>
          <p:nvPr/>
        </p:nvSpPr>
        <p:spPr>
          <a:xfrm>
            <a:off x="100584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CDC2342B-6F0C-452A-A224-CE190EB28491}"/>
              </a:ext>
            </a:extLst>
          </p:cNvPr>
          <p:cNvSpPr>
            <a:spLocks noGrp="1"/>
          </p:cNvSpPr>
          <p:nvPr/>
        </p:nvSpPr>
        <p:spPr>
          <a:xfrm>
            <a:off x="105156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86DC5C80-A4F2-4FC9-86B9-0B94A76FAE8B}"/>
              </a:ext>
            </a:extLst>
          </p:cNvPr>
          <p:cNvSpPr>
            <a:spLocks noGrp="1"/>
          </p:cNvSpPr>
          <p:nvPr/>
        </p:nvSpPr>
        <p:spPr>
          <a:xfrm>
            <a:off x="109728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10BA200B-C520-452F-A3B7-76298C5BD589}"/>
              </a:ext>
            </a:extLst>
          </p:cNvPr>
          <p:cNvSpPr>
            <a:spLocks noGrp="1"/>
          </p:cNvSpPr>
          <p:nvPr/>
        </p:nvSpPr>
        <p:spPr>
          <a:xfrm>
            <a:off x="114300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6AD2F4A5-5D19-4666-9760-179CFA2DBC22}"/>
              </a:ext>
            </a:extLst>
          </p:cNvPr>
          <p:cNvSpPr>
            <a:spLocks noGrp="1"/>
          </p:cNvSpPr>
          <p:nvPr/>
        </p:nvSpPr>
        <p:spPr>
          <a:xfrm>
            <a:off x="118872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F7F83B35-AF4F-4DC0-B6D2-5ED63306395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0CF8D8A8-1D03-4B39-9D29-4E525C71D69F}"/>
              </a:ext>
            </a:extLst>
          </p:cNvPr>
          <p:cNvSpPr>
            <a:spLocks noGrp="1"/>
          </p:cNvSpPr>
          <p:nvPr/>
        </p:nvSpPr>
        <p:spPr>
          <a:xfrm>
            <a:off x="0" y="4572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31" name="Shape 29">
            <a:extLst>
              <a:ext uri="{FF2B5EF4-FFF2-40B4-BE49-F238E27FC236}">
                <a16:creationId xmlns:a16="http://schemas.microsoft.com/office/drawing/2014/main" id="{26F25223-7EC3-4249-B11C-D9E45B8DD278}"/>
              </a:ext>
            </a:extLst>
          </p:cNvPr>
          <p:cNvSpPr>
            <a:spLocks noGrp="1"/>
          </p:cNvSpPr>
          <p:nvPr/>
        </p:nvSpPr>
        <p:spPr>
          <a:xfrm>
            <a:off x="0" y="9144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32" name="Shape 30">
            <a:extLst>
              <a:ext uri="{FF2B5EF4-FFF2-40B4-BE49-F238E27FC236}">
                <a16:creationId xmlns:a16="http://schemas.microsoft.com/office/drawing/2014/main" id="{3CB9F845-D080-474B-998C-02E61A6AC7C5}"/>
              </a:ext>
            </a:extLst>
          </p:cNvPr>
          <p:cNvSpPr>
            <a:spLocks noGrp="1"/>
          </p:cNvSpPr>
          <p:nvPr/>
        </p:nvSpPr>
        <p:spPr>
          <a:xfrm>
            <a:off x="0" y="13716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33" name="Shape 31">
            <a:extLst>
              <a:ext uri="{FF2B5EF4-FFF2-40B4-BE49-F238E27FC236}">
                <a16:creationId xmlns:a16="http://schemas.microsoft.com/office/drawing/2014/main" id="{C1AB765F-B21F-4B74-AB66-784D7BE912E1}"/>
              </a:ext>
            </a:extLst>
          </p:cNvPr>
          <p:cNvSpPr>
            <a:spLocks noGrp="1"/>
          </p:cNvSpPr>
          <p:nvPr/>
        </p:nvSpPr>
        <p:spPr>
          <a:xfrm>
            <a:off x="0" y="18288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34" name="Shape 32">
            <a:extLst>
              <a:ext uri="{FF2B5EF4-FFF2-40B4-BE49-F238E27FC236}">
                <a16:creationId xmlns:a16="http://schemas.microsoft.com/office/drawing/2014/main" id="{E362E1FD-5A53-4B35-A741-25A539C0A14F}"/>
              </a:ext>
            </a:extLst>
          </p:cNvPr>
          <p:cNvSpPr>
            <a:spLocks noGrp="1"/>
          </p:cNvSpPr>
          <p:nvPr/>
        </p:nvSpPr>
        <p:spPr>
          <a:xfrm>
            <a:off x="0" y="22860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35" name="Shape 33">
            <a:extLst>
              <a:ext uri="{FF2B5EF4-FFF2-40B4-BE49-F238E27FC236}">
                <a16:creationId xmlns:a16="http://schemas.microsoft.com/office/drawing/2014/main" id="{6D4CE856-22B1-4777-B384-49B1473BB4AF}"/>
              </a:ext>
            </a:extLst>
          </p:cNvPr>
          <p:cNvSpPr>
            <a:spLocks noGrp="1"/>
          </p:cNvSpPr>
          <p:nvPr/>
        </p:nvSpPr>
        <p:spPr>
          <a:xfrm>
            <a:off x="0" y="27432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36" name="Shape 34">
            <a:extLst>
              <a:ext uri="{FF2B5EF4-FFF2-40B4-BE49-F238E27FC236}">
                <a16:creationId xmlns:a16="http://schemas.microsoft.com/office/drawing/2014/main" id="{C1B80EE9-697B-401D-9D17-33F3EB27DECD}"/>
              </a:ext>
            </a:extLst>
          </p:cNvPr>
          <p:cNvSpPr>
            <a:spLocks noGrp="1"/>
          </p:cNvSpPr>
          <p:nvPr/>
        </p:nvSpPr>
        <p:spPr>
          <a:xfrm>
            <a:off x="0" y="32004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37" name="Shape 35">
            <a:extLst>
              <a:ext uri="{FF2B5EF4-FFF2-40B4-BE49-F238E27FC236}">
                <a16:creationId xmlns:a16="http://schemas.microsoft.com/office/drawing/2014/main" id="{E002CF22-12F2-43D6-AF51-7F5D68ABE98B}"/>
              </a:ext>
            </a:extLst>
          </p:cNvPr>
          <p:cNvSpPr>
            <a:spLocks noGrp="1"/>
          </p:cNvSpPr>
          <p:nvPr/>
        </p:nvSpPr>
        <p:spPr>
          <a:xfrm>
            <a:off x="0" y="36576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38" name="Shape 36">
            <a:extLst>
              <a:ext uri="{FF2B5EF4-FFF2-40B4-BE49-F238E27FC236}">
                <a16:creationId xmlns:a16="http://schemas.microsoft.com/office/drawing/2014/main" id="{E8B48C23-C062-479D-942C-B7106787D01F}"/>
              </a:ext>
            </a:extLst>
          </p:cNvPr>
          <p:cNvSpPr>
            <a:spLocks noGrp="1"/>
          </p:cNvSpPr>
          <p:nvPr/>
        </p:nvSpPr>
        <p:spPr>
          <a:xfrm>
            <a:off x="0" y="41148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39" name="Shape 37">
            <a:extLst>
              <a:ext uri="{FF2B5EF4-FFF2-40B4-BE49-F238E27FC236}">
                <a16:creationId xmlns:a16="http://schemas.microsoft.com/office/drawing/2014/main" id="{347B30FD-0AD6-48CA-B7A7-532F7563E0B2}"/>
              </a:ext>
            </a:extLst>
          </p:cNvPr>
          <p:cNvSpPr>
            <a:spLocks noGrp="1"/>
          </p:cNvSpPr>
          <p:nvPr/>
        </p:nvSpPr>
        <p:spPr>
          <a:xfrm>
            <a:off x="0" y="45720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40" name="Shape 38">
            <a:extLst>
              <a:ext uri="{FF2B5EF4-FFF2-40B4-BE49-F238E27FC236}">
                <a16:creationId xmlns:a16="http://schemas.microsoft.com/office/drawing/2014/main" id="{467D9D94-36C7-4DBB-9730-7769EBA0E564}"/>
              </a:ext>
            </a:extLst>
          </p:cNvPr>
          <p:cNvSpPr>
            <a:spLocks noGrp="1"/>
          </p:cNvSpPr>
          <p:nvPr/>
        </p:nvSpPr>
        <p:spPr>
          <a:xfrm>
            <a:off x="0" y="50292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41" name="Shape 39">
            <a:extLst>
              <a:ext uri="{FF2B5EF4-FFF2-40B4-BE49-F238E27FC236}">
                <a16:creationId xmlns:a16="http://schemas.microsoft.com/office/drawing/2014/main" id="{BEEB6417-C748-4DF4-9603-C3C34C7D2C55}"/>
              </a:ext>
            </a:extLst>
          </p:cNvPr>
          <p:cNvSpPr>
            <a:spLocks noGrp="1"/>
          </p:cNvSpPr>
          <p:nvPr/>
        </p:nvSpPr>
        <p:spPr>
          <a:xfrm>
            <a:off x="0" y="54864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42" name="Shape 40">
            <a:extLst>
              <a:ext uri="{FF2B5EF4-FFF2-40B4-BE49-F238E27FC236}">
                <a16:creationId xmlns:a16="http://schemas.microsoft.com/office/drawing/2014/main" id="{5DCA8FD9-262F-4B27-AF95-EDF00920CFE0}"/>
              </a:ext>
            </a:extLst>
          </p:cNvPr>
          <p:cNvSpPr>
            <a:spLocks noGrp="1"/>
          </p:cNvSpPr>
          <p:nvPr/>
        </p:nvSpPr>
        <p:spPr>
          <a:xfrm>
            <a:off x="0" y="59436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43" name="Shape 41">
            <a:extLst>
              <a:ext uri="{FF2B5EF4-FFF2-40B4-BE49-F238E27FC236}">
                <a16:creationId xmlns:a16="http://schemas.microsoft.com/office/drawing/2014/main" id="{441E46FA-96CF-4BF7-97BD-001ECAF48D74}"/>
              </a:ext>
            </a:extLst>
          </p:cNvPr>
          <p:cNvSpPr>
            <a:spLocks noGrp="1"/>
          </p:cNvSpPr>
          <p:nvPr/>
        </p:nvSpPr>
        <p:spPr>
          <a:xfrm>
            <a:off x="0" y="64008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44" name="Shape 42">
            <a:extLst>
              <a:ext uri="{FF2B5EF4-FFF2-40B4-BE49-F238E27FC236}">
                <a16:creationId xmlns:a16="http://schemas.microsoft.com/office/drawing/2014/main" id="{656692AF-D832-480A-ACAE-3A1BF14547AA}"/>
              </a:ext>
            </a:extLst>
          </p:cNvPr>
          <p:cNvSpPr>
            <a:spLocks noGrp="1"/>
          </p:cNvSpPr>
          <p:nvPr/>
        </p:nvSpPr>
        <p:spPr>
          <a:xfrm>
            <a:off x="0" y="68580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pic>
        <p:nvPicPr>
          <p:cNvPr id="120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1904" y="164592"/>
            <a:ext cx="1024128" cy="265176"/>
          </a:xfrm>
          <a:prstGeom prst="rect">
            <a:avLst/>
          </a:prstGeom>
        </p:spPr>
      </p:pic>
      <p:sp>
        <p:nvSpPr>
          <p:cNvPr id="46" name="Text 43">
            <a:extLst>
              <a:ext uri="{FF2B5EF4-FFF2-40B4-BE49-F238E27FC236}">
                <a16:creationId xmlns:a16="http://schemas.microsoft.com/office/drawing/2014/main" id="{ACB7228F-E761-49F4-806C-CFBFE07FF29D}"/>
              </a:ext>
            </a:extLst>
          </p:cNvPr>
          <p:cNvSpPr>
            <a:spLocks noGrp="1"/>
          </p:cNvSpPr>
          <p:nvPr/>
        </p:nvSpPr>
        <p:spPr>
          <a:xfrm>
            <a:off x="566928" y="402336"/>
            <a:ext cx="6766560" cy="21945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000" b="1">
                <a:solidFill>
                  <a:srgbClr val="49657A"/>
                </a:solidFill>
                <a:latin typeface="Noto Sans TC"/>
                <a:ea typeface="Noto Sans TC"/>
                <a:cs typeface="Noto Sans TC"/>
              </a:rPr>
              <a:t>操作 3 · 主分類確認與可回查編碼</a:t>
            </a:r>
          </a:p>
        </p:txBody>
      </p:sp>
      <p:sp>
        <p:nvSpPr>
          <p:cNvPr id="47" name="Text 44">
            <a:extLst>
              <a:ext uri="{FF2B5EF4-FFF2-40B4-BE49-F238E27FC236}">
                <a16:creationId xmlns:a16="http://schemas.microsoft.com/office/drawing/2014/main" id="{4EF8E2F8-9668-4727-B1A0-ABDFC05A5001}"/>
              </a:ext>
            </a:extLst>
          </p:cNvPr>
          <p:cNvSpPr>
            <a:spLocks noGrp="1"/>
          </p:cNvSpPr>
          <p:nvPr/>
        </p:nvSpPr>
        <p:spPr>
          <a:xfrm>
            <a:off x="566928" y="667512"/>
            <a:ext cx="9692640" cy="59436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r>
              <a:rPr lang="zh-TW" altLang="en-US" sz="3200" b="1" dirty="0">
                <a:solidFill>
                  <a:srgbClr val="153E6E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文本分析</a:t>
            </a:r>
            <a:r>
              <a:rPr sz="3200" b="1" dirty="0">
                <a:solidFill>
                  <a:srgbClr val="153E6E"/>
                </a:solidFill>
                <a:latin typeface="Noto Sans TC"/>
                <a:ea typeface="Noto Sans TC"/>
                <a:cs typeface="Noto Sans TC"/>
              </a:rPr>
              <a:t>｜由探索結果提出分類，等待研究者確認</a:t>
            </a:r>
          </a:p>
        </p:txBody>
      </p:sp>
      <p:sp>
        <p:nvSpPr>
          <p:cNvPr id="48" name="Shape 45">
            <a:extLst>
              <a:ext uri="{FF2B5EF4-FFF2-40B4-BE49-F238E27FC236}">
                <a16:creationId xmlns:a16="http://schemas.microsoft.com/office/drawing/2014/main" id="{161BE6C4-4D79-46EF-BEE1-7FE6F6FD2C53}"/>
              </a:ext>
            </a:extLst>
          </p:cNvPr>
          <p:cNvSpPr>
            <a:spLocks noGrp="1"/>
          </p:cNvSpPr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8255">
            <a:solidFill>
              <a:srgbClr val="D7E3EC"/>
            </a:solidFill>
            <a:prstDash val="solid"/>
          </a:ln>
        </p:spPr>
      </p:sp>
      <p:sp>
        <p:nvSpPr>
          <p:cNvPr id="49" name="Text 46">
            <a:extLst>
              <a:ext uri="{FF2B5EF4-FFF2-40B4-BE49-F238E27FC236}">
                <a16:creationId xmlns:a16="http://schemas.microsoft.com/office/drawing/2014/main" id="{1C0D618C-C0A6-4ABD-8D97-346B096969D1}"/>
              </a:ext>
            </a:extLst>
          </p:cNvPr>
          <p:cNvSpPr>
            <a:spLocks noGrp="1"/>
          </p:cNvSpPr>
          <p:nvPr/>
        </p:nvSpPr>
        <p:spPr>
          <a:xfrm>
            <a:off x="530352" y="6510528"/>
            <a:ext cx="3200400" cy="18288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850" b="1">
                <a:solidFill>
                  <a:srgbClr val="6F8291"/>
                </a:solidFill>
                <a:latin typeface="Noto Sans TC"/>
                <a:ea typeface="Noto Sans TC"/>
                <a:cs typeface="Noto Sans TC"/>
              </a:rPr>
              <a:t>ANALYZE</a:t>
            </a:r>
          </a:p>
        </p:txBody>
      </p:sp>
      <p:sp>
        <p:nvSpPr>
          <p:cNvPr id="50" name="Text 47">
            <a:extLst>
              <a:ext uri="{FF2B5EF4-FFF2-40B4-BE49-F238E27FC236}">
                <a16:creationId xmlns:a16="http://schemas.microsoft.com/office/drawing/2014/main" id="{815A13CF-2098-4F8F-B290-849C7C6B9A04}"/>
              </a:ext>
            </a:extLst>
          </p:cNvPr>
          <p:cNvSpPr>
            <a:spLocks noGrp="1"/>
          </p:cNvSpPr>
          <p:nvPr/>
        </p:nvSpPr>
        <p:spPr>
          <a:xfrm>
            <a:off x="11064240" y="6473952"/>
            <a:ext cx="548640" cy="20116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r">
              <a:buNone/>
            </a:pPr>
            <a:r>
              <a:rPr sz="1000" b="1">
                <a:solidFill>
                  <a:srgbClr val="6F8291"/>
                </a:solidFill>
                <a:latin typeface="Noto Sans TC"/>
                <a:ea typeface="Noto Sans TC"/>
                <a:cs typeface="Noto Sans TC"/>
              </a:rPr>
              <a:t>08</a:t>
            </a:r>
          </a:p>
        </p:txBody>
      </p:sp>
      <p:sp>
        <p:nvSpPr>
          <p:cNvPr id="51" name="Shape 48">
            <a:extLst>
              <a:ext uri="{FF2B5EF4-FFF2-40B4-BE49-F238E27FC236}">
                <a16:creationId xmlns:a16="http://schemas.microsoft.com/office/drawing/2014/main" id="{D1DBBE43-28DE-4B11-922C-FBA7207DB5F4}"/>
              </a:ext>
            </a:extLst>
          </p:cNvPr>
          <p:cNvSpPr>
            <a:spLocks noGrp="1"/>
          </p:cNvSpPr>
          <p:nvPr/>
        </p:nvSpPr>
        <p:spPr>
          <a:xfrm>
            <a:off x="6419088" y="6492240"/>
            <a:ext cx="164592" cy="164592"/>
          </a:xfrm>
          <a:prstGeom prst="ellipse">
            <a:avLst/>
          </a:prstGeom>
          <a:solidFill>
            <a:srgbClr val="E8F1F8"/>
          </a:solidFill>
          <a:ln w="12700">
            <a:solidFill>
              <a:srgbClr val="E8F1F8"/>
            </a:solidFill>
            <a:prstDash val="solid"/>
          </a:ln>
        </p:spPr>
      </p:sp>
      <p:sp>
        <p:nvSpPr>
          <p:cNvPr id="52" name="Text 49">
            <a:extLst>
              <a:ext uri="{FF2B5EF4-FFF2-40B4-BE49-F238E27FC236}">
                <a16:creationId xmlns:a16="http://schemas.microsoft.com/office/drawing/2014/main" id="{10854C6C-EE33-4350-839F-04D0A18B143F}"/>
              </a:ext>
            </a:extLst>
          </p:cNvPr>
          <p:cNvSpPr>
            <a:spLocks noGrp="1"/>
          </p:cNvSpPr>
          <p:nvPr/>
        </p:nvSpPr>
        <p:spPr>
          <a:xfrm>
            <a:off x="6629400" y="6496812"/>
            <a:ext cx="164592" cy="14630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750" b="1">
                <a:solidFill>
                  <a:srgbClr val="6F8291"/>
                </a:solidFill>
                <a:latin typeface="Noto Sans TC"/>
                <a:ea typeface="Noto Sans TC"/>
                <a:cs typeface="Noto Sans TC"/>
              </a:rPr>
              <a:t>S</a:t>
            </a:r>
          </a:p>
        </p:txBody>
      </p:sp>
      <p:sp>
        <p:nvSpPr>
          <p:cNvPr id="53" name="Shape 50">
            <a:extLst>
              <a:ext uri="{FF2B5EF4-FFF2-40B4-BE49-F238E27FC236}">
                <a16:creationId xmlns:a16="http://schemas.microsoft.com/office/drawing/2014/main" id="{1C84443E-B7CE-4175-869B-16C9CF85A42C}"/>
              </a:ext>
            </a:extLst>
          </p:cNvPr>
          <p:cNvSpPr>
            <a:spLocks noGrp="1"/>
          </p:cNvSpPr>
          <p:nvPr/>
        </p:nvSpPr>
        <p:spPr>
          <a:xfrm>
            <a:off x="6986016" y="6492240"/>
            <a:ext cx="164592" cy="164592"/>
          </a:xfrm>
          <a:prstGeom prst="ellipse">
            <a:avLst/>
          </a:prstGeom>
          <a:solidFill>
            <a:srgbClr val="E8F1F8"/>
          </a:solidFill>
          <a:ln w="12700">
            <a:solidFill>
              <a:srgbClr val="E8F1F8"/>
            </a:solidFill>
            <a:prstDash val="solid"/>
          </a:ln>
        </p:spPr>
      </p:sp>
      <p:sp>
        <p:nvSpPr>
          <p:cNvPr id="54" name="Text 51">
            <a:extLst>
              <a:ext uri="{FF2B5EF4-FFF2-40B4-BE49-F238E27FC236}">
                <a16:creationId xmlns:a16="http://schemas.microsoft.com/office/drawing/2014/main" id="{9D093383-F1E3-4EBC-A5D7-2004FC97EB06}"/>
              </a:ext>
            </a:extLst>
          </p:cNvPr>
          <p:cNvSpPr>
            <a:spLocks noGrp="1"/>
          </p:cNvSpPr>
          <p:nvPr/>
        </p:nvSpPr>
        <p:spPr>
          <a:xfrm>
            <a:off x="7196328" y="6496812"/>
            <a:ext cx="164592" cy="14630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750" b="1">
                <a:solidFill>
                  <a:srgbClr val="6F8291"/>
                </a:solidFill>
                <a:latin typeface="Noto Sans TC"/>
                <a:ea typeface="Noto Sans TC"/>
                <a:cs typeface="Noto Sans TC"/>
              </a:rPr>
              <a:t>C</a:t>
            </a:r>
          </a:p>
        </p:txBody>
      </p:sp>
      <p:sp>
        <p:nvSpPr>
          <p:cNvPr id="55" name="Shape 52">
            <a:extLst>
              <a:ext uri="{FF2B5EF4-FFF2-40B4-BE49-F238E27FC236}">
                <a16:creationId xmlns:a16="http://schemas.microsoft.com/office/drawing/2014/main" id="{1B99EDB2-09CD-405B-94A7-C68C8841D1D8}"/>
              </a:ext>
            </a:extLst>
          </p:cNvPr>
          <p:cNvSpPr>
            <a:spLocks noGrp="1"/>
          </p:cNvSpPr>
          <p:nvPr/>
        </p:nvSpPr>
        <p:spPr>
          <a:xfrm>
            <a:off x="7552944" y="6492240"/>
            <a:ext cx="164592" cy="164592"/>
          </a:xfrm>
          <a:prstGeom prst="ellipse">
            <a:avLst/>
          </a:prstGeom>
          <a:solidFill>
            <a:srgbClr val="3679B9"/>
          </a:solidFill>
          <a:ln w="12700">
            <a:solidFill>
              <a:srgbClr val="3679B9"/>
            </a:solidFill>
            <a:prstDash val="solid"/>
          </a:ln>
        </p:spPr>
      </p:sp>
      <p:sp>
        <p:nvSpPr>
          <p:cNvPr id="56" name="Text 53">
            <a:extLst>
              <a:ext uri="{FF2B5EF4-FFF2-40B4-BE49-F238E27FC236}">
                <a16:creationId xmlns:a16="http://schemas.microsoft.com/office/drawing/2014/main" id="{19613B8B-0A12-4769-8F6B-E9E8A5666D3D}"/>
              </a:ext>
            </a:extLst>
          </p:cNvPr>
          <p:cNvSpPr>
            <a:spLocks noGrp="1"/>
          </p:cNvSpPr>
          <p:nvPr/>
        </p:nvSpPr>
        <p:spPr>
          <a:xfrm>
            <a:off x="7763256" y="6496812"/>
            <a:ext cx="164592" cy="14630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750" b="1">
                <a:solidFill>
                  <a:srgbClr val="6F8291"/>
                </a:solidFill>
                <a:latin typeface="Noto Sans TC"/>
                <a:ea typeface="Noto Sans TC"/>
                <a:cs typeface="Noto Sans TC"/>
              </a:rPr>
              <a:t>P</a:t>
            </a:r>
          </a:p>
        </p:txBody>
      </p:sp>
      <p:sp>
        <p:nvSpPr>
          <p:cNvPr id="57" name="Shape 54">
            <a:extLst>
              <a:ext uri="{FF2B5EF4-FFF2-40B4-BE49-F238E27FC236}">
                <a16:creationId xmlns:a16="http://schemas.microsoft.com/office/drawing/2014/main" id="{BFB994DF-CB25-46DE-BFBA-C0C077953A91}"/>
              </a:ext>
            </a:extLst>
          </p:cNvPr>
          <p:cNvSpPr>
            <a:spLocks noGrp="1"/>
          </p:cNvSpPr>
          <p:nvPr/>
        </p:nvSpPr>
        <p:spPr>
          <a:xfrm>
            <a:off x="8119872" y="6492240"/>
            <a:ext cx="164592" cy="164592"/>
          </a:xfrm>
          <a:prstGeom prst="ellipse">
            <a:avLst/>
          </a:prstGeom>
          <a:solidFill>
            <a:srgbClr val="E8F1F8"/>
          </a:solidFill>
          <a:ln w="12700">
            <a:solidFill>
              <a:srgbClr val="E8F1F8"/>
            </a:solidFill>
            <a:prstDash val="solid"/>
          </a:ln>
        </p:spPr>
      </p:sp>
      <p:sp>
        <p:nvSpPr>
          <p:cNvPr id="58" name="Text 55">
            <a:extLst>
              <a:ext uri="{FF2B5EF4-FFF2-40B4-BE49-F238E27FC236}">
                <a16:creationId xmlns:a16="http://schemas.microsoft.com/office/drawing/2014/main" id="{1A3A5D69-DA8D-4E9B-AB17-8DB651664417}"/>
              </a:ext>
            </a:extLst>
          </p:cNvPr>
          <p:cNvSpPr>
            <a:spLocks noGrp="1"/>
          </p:cNvSpPr>
          <p:nvPr/>
        </p:nvSpPr>
        <p:spPr>
          <a:xfrm>
            <a:off x="8330184" y="6496812"/>
            <a:ext cx="164592" cy="14630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750" b="1">
                <a:solidFill>
                  <a:srgbClr val="6F8291"/>
                </a:solidFill>
                <a:latin typeface="Noto Sans TC"/>
                <a:ea typeface="Noto Sans TC"/>
                <a:cs typeface="Noto Sans TC"/>
              </a:rPr>
              <a:t>A</a:t>
            </a:r>
          </a:p>
        </p:txBody>
      </p:sp>
      <p:sp>
        <p:nvSpPr>
          <p:cNvPr id="59" name="Shape 56">
            <a:extLst>
              <a:ext uri="{FF2B5EF4-FFF2-40B4-BE49-F238E27FC236}">
                <a16:creationId xmlns:a16="http://schemas.microsoft.com/office/drawing/2014/main" id="{5E4FC5C2-07CC-4099-9142-8A46FCA5A9F7}"/>
              </a:ext>
            </a:extLst>
          </p:cNvPr>
          <p:cNvSpPr>
            <a:spLocks noGrp="1"/>
          </p:cNvSpPr>
          <p:nvPr/>
        </p:nvSpPr>
        <p:spPr>
          <a:xfrm>
            <a:off x="8686800" y="6492240"/>
            <a:ext cx="164592" cy="164592"/>
          </a:xfrm>
          <a:prstGeom prst="ellipse">
            <a:avLst/>
          </a:prstGeom>
          <a:solidFill>
            <a:srgbClr val="E8F1F8"/>
          </a:solidFill>
          <a:ln w="12700">
            <a:solidFill>
              <a:srgbClr val="E8F1F8"/>
            </a:solidFill>
            <a:prstDash val="solid"/>
          </a:ln>
        </p:spPr>
      </p:sp>
      <p:sp>
        <p:nvSpPr>
          <p:cNvPr id="60" name="Text 57">
            <a:extLst>
              <a:ext uri="{FF2B5EF4-FFF2-40B4-BE49-F238E27FC236}">
                <a16:creationId xmlns:a16="http://schemas.microsoft.com/office/drawing/2014/main" id="{F1EAA7FE-93D7-453B-BDE9-953B57707800}"/>
              </a:ext>
            </a:extLst>
          </p:cNvPr>
          <p:cNvSpPr>
            <a:spLocks noGrp="1"/>
          </p:cNvSpPr>
          <p:nvPr/>
        </p:nvSpPr>
        <p:spPr>
          <a:xfrm>
            <a:off x="8897112" y="6496812"/>
            <a:ext cx="164592" cy="14630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750" b="1">
                <a:solidFill>
                  <a:srgbClr val="6F8291"/>
                </a:solidFill>
                <a:latin typeface="Noto Sans TC"/>
                <a:ea typeface="Noto Sans TC"/>
                <a:cs typeface="Noto Sans TC"/>
              </a:rPr>
              <a:t>R</a:t>
            </a:r>
          </a:p>
        </p:txBody>
      </p:sp>
      <p:sp>
        <p:nvSpPr>
          <p:cNvPr id="61" name="Shape 58">
            <a:extLst>
              <a:ext uri="{FF2B5EF4-FFF2-40B4-BE49-F238E27FC236}">
                <a16:creationId xmlns:a16="http://schemas.microsoft.com/office/drawing/2014/main" id="{E159CF0C-1663-498F-A892-B4391EADF921}"/>
              </a:ext>
            </a:extLst>
          </p:cNvPr>
          <p:cNvSpPr>
            <a:spLocks noGrp="1"/>
          </p:cNvSpPr>
          <p:nvPr/>
        </p:nvSpPr>
        <p:spPr>
          <a:xfrm>
            <a:off x="9253728" y="6492240"/>
            <a:ext cx="164592" cy="164592"/>
          </a:xfrm>
          <a:prstGeom prst="ellipse">
            <a:avLst/>
          </a:prstGeom>
          <a:solidFill>
            <a:srgbClr val="E8F1F8"/>
          </a:solidFill>
          <a:ln w="12700">
            <a:solidFill>
              <a:srgbClr val="E8F1F8"/>
            </a:solidFill>
            <a:prstDash val="solid"/>
          </a:ln>
        </p:spPr>
      </p:sp>
      <p:sp>
        <p:nvSpPr>
          <p:cNvPr id="62" name="Text 59">
            <a:extLst>
              <a:ext uri="{FF2B5EF4-FFF2-40B4-BE49-F238E27FC236}">
                <a16:creationId xmlns:a16="http://schemas.microsoft.com/office/drawing/2014/main" id="{5A9F7029-BA6A-4042-9252-740B1F7E5DC2}"/>
              </a:ext>
            </a:extLst>
          </p:cNvPr>
          <p:cNvSpPr>
            <a:spLocks noGrp="1"/>
          </p:cNvSpPr>
          <p:nvPr/>
        </p:nvSpPr>
        <p:spPr>
          <a:xfrm>
            <a:off x="9464040" y="6496812"/>
            <a:ext cx="164592" cy="14630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750" b="1">
                <a:solidFill>
                  <a:srgbClr val="6F8291"/>
                </a:solidFill>
                <a:latin typeface="Noto Sans TC"/>
                <a:ea typeface="Noto Sans TC"/>
                <a:cs typeface="Noto Sans TC"/>
              </a:rPr>
              <a:t>I</a:t>
            </a:r>
          </a:p>
        </p:txBody>
      </p:sp>
      <p:sp>
        <p:nvSpPr>
          <p:cNvPr id="63" name="Shape 60">
            <a:extLst>
              <a:ext uri="{FF2B5EF4-FFF2-40B4-BE49-F238E27FC236}">
                <a16:creationId xmlns:a16="http://schemas.microsoft.com/office/drawing/2014/main" id="{6F4F8291-7469-4C20-81E8-B73AEA11D2FB}"/>
              </a:ext>
            </a:extLst>
          </p:cNvPr>
          <p:cNvSpPr>
            <a:spLocks noGrp="1"/>
          </p:cNvSpPr>
          <p:nvPr/>
        </p:nvSpPr>
        <p:spPr>
          <a:xfrm>
            <a:off x="731520" y="1417320"/>
            <a:ext cx="3246120" cy="342900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4" name="Shape 61">
            <a:extLst>
              <a:ext uri="{FF2B5EF4-FFF2-40B4-BE49-F238E27FC236}">
                <a16:creationId xmlns:a16="http://schemas.microsoft.com/office/drawing/2014/main" id="{D95598B9-020C-4AD4-BDE1-EFE639C1ADDB}"/>
              </a:ext>
            </a:extLst>
          </p:cNvPr>
          <p:cNvSpPr>
            <a:spLocks noGrp="1"/>
          </p:cNvSpPr>
          <p:nvPr/>
        </p:nvSpPr>
        <p:spPr>
          <a:xfrm>
            <a:off x="731520" y="1417320"/>
            <a:ext cx="91440" cy="3429000"/>
          </a:xfrm>
          <a:prstGeom prst="rect">
            <a:avLst/>
          </a:prstGeom>
          <a:solidFill>
            <a:srgbClr val="E58A4A"/>
          </a:solidFill>
          <a:ln w="12700">
            <a:solidFill>
              <a:srgbClr val="E58A4A"/>
            </a:solidFill>
            <a:prstDash val="solid"/>
          </a:ln>
        </p:spPr>
      </p:sp>
      <p:sp>
        <p:nvSpPr>
          <p:cNvPr id="65" name="Text 62">
            <a:extLst>
              <a:ext uri="{FF2B5EF4-FFF2-40B4-BE49-F238E27FC236}">
                <a16:creationId xmlns:a16="http://schemas.microsoft.com/office/drawing/2014/main" id="{7A9B798E-91AE-47DA-8E7B-63799E1D8115}"/>
              </a:ext>
            </a:extLst>
          </p:cNvPr>
          <p:cNvSpPr>
            <a:spLocks noGrp="1"/>
          </p:cNvSpPr>
          <p:nvPr/>
        </p:nvSpPr>
        <p:spPr>
          <a:xfrm>
            <a:off x="987552" y="1645920"/>
            <a:ext cx="2788920" cy="32004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800" b="1">
                <a:solidFill>
                  <a:srgbClr val="153E6E"/>
                </a:solidFill>
                <a:latin typeface="Noto Sans TC"/>
                <a:ea typeface="Noto Sans TC"/>
                <a:cs typeface="Noto Sans TC"/>
              </a:rPr>
              <a:t>摘要中的證據</a:t>
            </a:r>
          </a:p>
        </p:txBody>
      </p:sp>
      <p:sp>
        <p:nvSpPr>
          <p:cNvPr id="66" name="Text 63">
            <a:extLst>
              <a:ext uri="{FF2B5EF4-FFF2-40B4-BE49-F238E27FC236}">
                <a16:creationId xmlns:a16="http://schemas.microsoft.com/office/drawing/2014/main" id="{EA34111A-48A8-45A9-A420-1BC57B2C2690}"/>
              </a:ext>
            </a:extLst>
          </p:cNvPr>
          <p:cNvSpPr>
            <a:spLocks noGrp="1"/>
          </p:cNvSpPr>
          <p:nvPr/>
        </p:nvSpPr>
        <p:spPr>
          <a:xfrm>
            <a:off x="987552" y="2112264"/>
            <a:ext cx="2770632" cy="2560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>
              <a:buNone/>
            </a:pPr>
            <a:r>
              <a:rPr sz="1600">
                <a:solidFill>
                  <a:srgbClr val="49657A"/>
                </a:solidFill>
                <a:latin typeface="Noto Sans TC"/>
                <a:ea typeface="Noto Sans TC"/>
                <a:cs typeface="Noto Sans TC"/>
              </a:rPr>
              <a:t>保留可回查的原文、年度、對象與來源段落。</a:t>
            </a:r>
          </a:p>
          <a:p>
            <a:pPr marL="0" indent="0">
              <a:buNone/>
            </a:pPr>
            <a:endParaRPr sz="1600">
              <a:solidFill>
                <a:srgbClr val="49657A"/>
              </a:solidFill>
              <a:latin typeface="Noto Sans TC"/>
              <a:ea typeface="Noto Sans TC"/>
              <a:cs typeface="Noto Sans TC"/>
            </a:endParaRPr>
          </a:p>
          <a:p>
            <a:pPr marL="0" indent="0">
              <a:buNone/>
            </a:pPr>
            <a:r>
              <a:rPr sz="1600">
                <a:solidFill>
                  <a:srgbClr val="49657A"/>
                </a:solidFill>
                <a:latin typeface="Noto Sans TC"/>
                <a:ea typeface="Noto Sans TC"/>
                <a:cs typeface="Noto Sans TC"/>
              </a:rPr>
              <a:t>不把推論寫成規定。</a:t>
            </a:r>
          </a:p>
        </p:txBody>
      </p:sp>
      <p:sp>
        <p:nvSpPr>
          <p:cNvPr id="67" name="Shape 64">
            <a:extLst>
              <a:ext uri="{FF2B5EF4-FFF2-40B4-BE49-F238E27FC236}">
                <a16:creationId xmlns:a16="http://schemas.microsoft.com/office/drawing/2014/main" id="{A7710229-5657-47DE-94E6-0703D735C74A}"/>
              </a:ext>
            </a:extLst>
          </p:cNvPr>
          <p:cNvSpPr>
            <a:spLocks noGrp="1"/>
          </p:cNvSpPr>
          <p:nvPr/>
        </p:nvSpPr>
        <p:spPr>
          <a:xfrm>
            <a:off x="4462272" y="1417320"/>
            <a:ext cx="3246120" cy="342900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8" name="Shape 65">
            <a:extLst>
              <a:ext uri="{FF2B5EF4-FFF2-40B4-BE49-F238E27FC236}">
                <a16:creationId xmlns:a16="http://schemas.microsoft.com/office/drawing/2014/main" id="{48D4C288-FBD7-44AA-9A0D-9399191CD83D}"/>
              </a:ext>
            </a:extLst>
          </p:cNvPr>
          <p:cNvSpPr>
            <a:spLocks noGrp="1"/>
          </p:cNvSpPr>
          <p:nvPr/>
        </p:nvSpPr>
        <p:spPr>
          <a:xfrm>
            <a:off x="4462272" y="1417320"/>
            <a:ext cx="91440" cy="3429000"/>
          </a:xfrm>
          <a:prstGeom prst="rect">
            <a:avLst/>
          </a:prstGeom>
          <a:solidFill>
            <a:srgbClr val="3679B9"/>
          </a:solidFill>
          <a:ln w="12700">
            <a:solidFill>
              <a:srgbClr val="3679B9"/>
            </a:solidFill>
            <a:prstDash val="solid"/>
          </a:ln>
        </p:spPr>
      </p:sp>
      <p:sp>
        <p:nvSpPr>
          <p:cNvPr id="69" name="Text 66">
            <a:extLst>
              <a:ext uri="{FF2B5EF4-FFF2-40B4-BE49-F238E27FC236}">
                <a16:creationId xmlns:a16="http://schemas.microsoft.com/office/drawing/2014/main" id="{784936FE-8A6C-4DF3-9BBB-E18459483912}"/>
              </a:ext>
            </a:extLst>
          </p:cNvPr>
          <p:cNvSpPr>
            <a:spLocks noGrp="1"/>
          </p:cNvSpPr>
          <p:nvPr/>
        </p:nvSpPr>
        <p:spPr>
          <a:xfrm>
            <a:off x="4718304" y="1645920"/>
            <a:ext cx="2788920" cy="32004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800" b="1">
                <a:solidFill>
                  <a:srgbClr val="153E6E"/>
                </a:solidFill>
                <a:latin typeface="Noto Sans TC"/>
                <a:ea typeface="Noto Sans TC"/>
                <a:cs typeface="Noto Sans TC"/>
              </a:rPr>
              <a:t>建議編碼欄位</a:t>
            </a:r>
          </a:p>
        </p:txBody>
      </p:sp>
      <p:sp>
        <p:nvSpPr>
          <p:cNvPr id="70" name="Text 67">
            <a:extLst>
              <a:ext uri="{FF2B5EF4-FFF2-40B4-BE49-F238E27FC236}">
                <a16:creationId xmlns:a16="http://schemas.microsoft.com/office/drawing/2014/main" id="{0FCD3886-85A6-4FA5-8350-C4268A3B307F}"/>
              </a:ext>
            </a:extLst>
          </p:cNvPr>
          <p:cNvSpPr>
            <a:spLocks noGrp="1"/>
          </p:cNvSpPr>
          <p:nvPr/>
        </p:nvSpPr>
        <p:spPr>
          <a:xfrm>
            <a:off x="4718304" y="2112264"/>
            <a:ext cx="2770632" cy="2560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>
              <a:buNone/>
            </a:pPr>
            <a:r>
              <a:rPr sz="1600" dirty="0">
                <a:solidFill>
                  <a:srgbClr val="49657A"/>
                </a:solidFill>
                <a:latin typeface="Noto Sans TC"/>
                <a:ea typeface="Noto Sans TC"/>
                <a:cs typeface="Noto Sans TC"/>
              </a:rPr>
              <a:t>AI </a:t>
            </a:r>
            <a:r>
              <a:rPr sz="1600" dirty="0" err="1">
                <a:solidFill>
                  <a:srgbClr val="49657A"/>
                </a:solidFill>
                <a:latin typeface="Noto Sans TC"/>
                <a:ea typeface="Noto Sans TC"/>
                <a:cs typeface="Noto Sans TC"/>
              </a:rPr>
              <a:t>協助整理摘要線索與候選分類</a:t>
            </a:r>
            <a:r>
              <a:rPr sz="1600" dirty="0">
                <a:solidFill>
                  <a:srgbClr val="49657A"/>
                </a:solidFill>
                <a:latin typeface="Noto Sans TC"/>
                <a:ea typeface="Noto Sans TC"/>
                <a:cs typeface="Noto Sans TC"/>
              </a:rPr>
              <a:t>。</a:t>
            </a:r>
          </a:p>
          <a:p>
            <a:pPr marL="0" indent="0">
              <a:buNone/>
            </a:pPr>
            <a:endParaRPr sz="1600" dirty="0">
              <a:solidFill>
                <a:srgbClr val="49657A"/>
              </a:solidFill>
              <a:latin typeface="Noto Sans TC"/>
              <a:ea typeface="Noto Sans TC"/>
              <a:cs typeface="Noto Sans TC"/>
            </a:endParaRPr>
          </a:p>
          <a:p>
            <a:pPr marL="0" indent="0">
              <a:buNone/>
            </a:pPr>
            <a:r>
              <a:rPr sz="1600" dirty="0" err="1">
                <a:solidFill>
                  <a:srgbClr val="49657A"/>
                </a:solidFill>
                <a:latin typeface="Noto Sans TC"/>
                <a:ea typeface="Noto Sans TC"/>
                <a:cs typeface="Noto Sans TC"/>
              </a:rPr>
              <a:t>明確標示這是</a:t>
            </a:r>
            <a:r>
              <a:rPr sz="1600" dirty="0">
                <a:solidFill>
                  <a:srgbClr val="49657A"/>
                </a:solidFill>
                <a:latin typeface="Noto Sans TC"/>
                <a:ea typeface="Noto Sans TC"/>
                <a:cs typeface="Noto Sans TC"/>
              </a:rPr>
              <a:t> AI </a:t>
            </a:r>
            <a:r>
              <a:rPr sz="1600" dirty="0" err="1">
                <a:solidFill>
                  <a:srgbClr val="49657A"/>
                </a:solidFill>
                <a:latin typeface="Noto Sans TC"/>
                <a:ea typeface="Noto Sans TC"/>
                <a:cs typeface="Noto Sans TC"/>
              </a:rPr>
              <a:t>解讀</a:t>
            </a:r>
            <a:r>
              <a:rPr sz="1600" dirty="0">
                <a:solidFill>
                  <a:srgbClr val="49657A"/>
                </a:solidFill>
                <a:latin typeface="Noto Sans TC"/>
                <a:ea typeface="Noto Sans TC"/>
                <a:cs typeface="Noto Sans TC"/>
              </a:rPr>
              <a:t>。</a:t>
            </a:r>
          </a:p>
        </p:txBody>
      </p:sp>
      <p:sp>
        <p:nvSpPr>
          <p:cNvPr id="71" name="Shape 68">
            <a:extLst>
              <a:ext uri="{FF2B5EF4-FFF2-40B4-BE49-F238E27FC236}">
                <a16:creationId xmlns:a16="http://schemas.microsoft.com/office/drawing/2014/main" id="{F9698040-379E-427C-A044-3A7F567428F6}"/>
              </a:ext>
            </a:extLst>
          </p:cNvPr>
          <p:cNvSpPr>
            <a:spLocks noGrp="1"/>
          </p:cNvSpPr>
          <p:nvPr/>
        </p:nvSpPr>
        <p:spPr>
          <a:xfrm>
            <a:off x="8193024" y="1417320"/>
            <a:ext cx="3246120" cy="342900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2" name="Shape 69">
            <a:extLst>
              <a:ext uri="{FF2B5EF4-FFF2-40B4-BE49-F238E27FC236}">
                <a16:creationId xmlns:a16="http://schemas.microsoft.com/office/drawing/2014/main" id="{6E8F17FC-F3C6-47E3-BBA5-AFC5B0820FDB}"/>
              </a:ext>
            </a:extLst>
          </p:cNvPr>
          <p:cNvSpPr>
            <a:spLocks noGrp="1"/>
          </p:cNvSpPr>
          <p:nvPr/>
        </p:nvSpPr>
        <p:spPr>
          <a:xfrm>
            <a:off x="8193024" y="1417320"/>
            <a:ext cx="91440" cy="3429000"/>
          </a:xfrm>
          <a:prstGeom prst="rect">
            <a:avLst/>
          </a:prstGeom>
          <a:solidFill>
            <a:srgbClr val="153E6E"/>
          </a:solidFill>
          <a:ln w="12700">
            <a:solidFill>
              <a:srgbClr val="153E6E"/>
            </a:solidFill>
            <a:prstDash val="solid"/>
          </a:ln>
        </p:spPr>
      </p:sp>
      <p:sp>
        <p:nvSpPr>
          <p:cNvPr id="73" name="Text 70">
            <a:extLst>
              <a:ext uri="{FF2B5EF4-FFF2-40B4-BE49-F238E27FC236}">
                <a16:creationId xmlns:a16="http://schemas.microsoft.com/office/drawing/2014/main" id="{FE1C7B79-A202-42BC-AF0B-A7A123788BCF}"/>
              </a:ext>
            </a:extLst>
          </p:cNvPr>
          <p:cNvSpPr>
            <a:spLocks noGrp="1"/>
          </p:cNvSpPr>
          <p:nvPr/>
        </p:nvSpPr>
        <p:spPr>
          <a:xfrm>
            <a:off x="8449056" y="1645920"/>
            <a:ext cx="2788920" cy="32004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800" b="1">
                <a:solidFill>
                  <a:srgbClr val="153E6E"/>
                </a:solidFill>
                <a:latin typeface="Noto Sans TC"/>
                <a:ea typeface="Noto Sans TC"/>
                <a:cs typeface="Noto Sans TC"/>
              </a:rPr>
              <a:t>人工複核欄位</a:t>
            </a:r>
          </a:p>
        </p:txBody>
      </p:sp>
      <p:sp>
        <p:nvSpPr>
          <p:cNvPr id="74" name="Text 71">
            <a:extLst>
              <a:ext uri="{FF2B5EF4-FFF2-40B4-BE49-F238E27FC236}">
                <a16:creationId xmlns:a16="http://schemas.microsoft.com/office/drawing/2014/main" id="{C6125E29-40F9-41E5-BD0B-87CD30199924}"/>
              </a:ext>
            </a:extLst>
          </p:cNvPr>
          <p:cNvSpPr>
            <a:spLocks noGrp="1"/>
          </p:cNvSpPr>
          <p:nvPr/>
        </p:nvSpPr>
        <p:spPr>
          <a:xfrm>
            <a:off x="8449056" y="2112264"/>
            <a:ext cx="2990088" cy="2560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>
              <a:buNone/>
            </a:pPr>
            <a:r>
              <a:rPr sz="1600" dirty="0" err="1">
                <a:solidFill>
                  <a:srgbClr val="49657A"/>
                </a:solidFill>
                <a:latin typeface="Noto Sans TC"/>
                <a:ea typeface="Noto Sans TC"/>
                <a:cs typeface="Noto Sans TC"/>
              </a:rPr>
              <a:t>研究者先確認主分類；再進行試編碼、人工抽查與比例比較</a:t>
            </a:r>
            <a:r>
              <a:rPr sz="1600" dirty="0">
                <a:solidFill>
                  <a:srgbClr val="49657A"/>
                </a:solidFill>
                <a:latin typeface="Noto Sans TC"/>
                <a:ea typeface="Noto Sans TC"/>
                <a:cs typeface="Noto Sans TC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9586379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4BA2BB7-C1F5-44BC-BD53-C32E43A554F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AD1919D6-3981-4F50-ADB9-B453A970BF22}"/>
              </a:ext>
            </a:extLst>
          </p:cNvPr>
          <p:cNvSpPr>
            <a:spLocks noGrp="1"/>
          </p:cNvSpPr>
          <p:nvPr/>
        </p:nvSpPr>
        <p:spPr>
          <a:xfrm>
            <a:off x="4572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445A0273-CDE3-4D3C-8455-AEA9FBB97D72}"/>
              </a:ext>
            </a:extLst>
          </p:cNvPr>
          <p:cNvSpPr>
            <a:spLocks noGrp="1"/>
          </p:cNvSpPr>
          <p:nvPr/>
        </p:nvSpPr>
        <p:spPr>
          <a:xfrm>
            <a:off x="9144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B8B0EC62-106D-4555-A455-0404302C5809}"/>
              </a:ext>
            </a:extLst>
          </p:cNvPr>
          <p:cNvSpPr>
            <a:spLocks noGrp="1"/>
          </p:cNvSpPr>
          <p:nvPr/>
        </p:nvSpPr>
        <p:spPr>
          <a:xfrm>
            <a:off x="13716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D9B01D27-FE60-4440-BE68-E0D270923B1E}"/>
              </a:ext>
            </a:extLst>
          </p:cNvPr>
          <p:cNvSpPr>
            <a:spLocks noGrp="1"/>
          </p:cNvSpPr>
          <p:nvPr/>
        </p:nvSpPr>
        <p:spPr>
          <a:xfrm>
            <a:off x="18288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B088CEAA-A028-41C1-BAA2-8877BDCCC57C}"/>
              </a:ext>
            </a:extLst>
          </p:cNvPr>
          <p:cNvSpPr>
            <a:spLocks noGrp="1"/>
          </p:cNvSpPr>
          <p:nvPr/>
        </p:nvSpPr>
        <p:spPr>
          <a:xfrm>
            <a:off x="22860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8970543E-DDA4-4E00-B354-272322721A7F}"/>
              </a:ext>
            </a:extLst>
          </p:cNvPr>
          <p:cNvSpPr>
            <a:spLocks noGrp="1"/>
          </p:cNvSpPr>
          <p:nvPr/>
        </p:nvSpPr>
        <p:spPr>
          <a:xfrm>
            <a:off x="27432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AD2114CC-2AA8-4CF7-8020-86E779215196}"/>
              </a:ext>
            </a:extLst>
          </p:cNvPr>
          <p:cNvSpPr>
            <a:spLocks noGrp="1"/>
          </p:cNvSpPr>
          <p:nvPr/>
        </p:nvSpPr>
        <p:spPr>
          <a:xfrm>
            <a:off x="32004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9A132D4C-7935-4184-93CE-737A9982B1E6}"/>
              </a:ext>
            </a:extLst>
          </p:cNvPr>
          <p:cNvSpPr>
            <a:spLocks noGrp="1"/>
          </p:cNvSpPr>
          <p:nvPr/>
        </p:nvSpPr>
        <p:spPr>
          <a:xfrm>
            <a:off x="36576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91BB5583-06A1-4A41-9A55-D40678B403E7}"/>
              </a:ext>
            </a:extLst>
          </p:cNvPr>
          <p:cNvSpPr>
            <a:spLocks noGrp="1"/>
          </p:cNvSpPr>
          <p:nvPr/>
        </p:nvSpPr>
        <p:spPr>
          <a:xfrm>
            <a:off x="41148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B7FB9BAB-4FA1-4055-B64B-4ECA186FD2E6}"/>
              </a:ext>
            </a:extLst>
          </p:cNvPr>
          <p:cNvSpPr>
            <a:spLocks noGrp="1"/>
          </p:cNvSpPr>
          <p:nvPr/>
        </p:nvSpPr>
        <p:spPr>
          <a:xfrm>
            <a:off x="45720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59DAA7CF-1259-4734-B3CE-F66712D5EE0E}"/>
              </a:ext>
            </a:extLst>
          </p:cNvPr>
          <p:cNvSpPr>
            <a:spLocks noGrp="1"/>
          </p:cNvSpPr>
          <p:nvPr/>
        </p:nvSpPr>
        <p:spPr>
          <a:xfrm>
            <a:off x="50292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B83F4D2C-FA9F-4FB9-A90A-B1777B203A00}"/>
              </a:ext>
            </a:extLst>
          </p:cNvPr>
          <p:cNvSpPr>
            <a:spLocks noGrp="1"/>
          </p:cNvSpPr>
          <p:nvPr/>
        </p:nvSpPr>
        <p:spPr>
          <a:xfrm>
            <a:off x="54864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87763BA5-B6A9-4546-908E-8681B5F7D350}"/>
              </a:ext>
            </a:extLst>
          </p:cNvPr>
          <p:cNvSpPr>
            <a:spLocks noGrp="1"/>
          </p:cNvSpPr>
          <p:nvPr/>
        </p:nvSpPr>
        <p:spPr>
          <a:xfrm>
            <a:off x="59436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C69A6EAB-1F92-4956-BB65-7A59DCD8BF16}"/>
              </a:ext>
            </a:extLst>
          </p:cNvPr>
          <p:cNvSpPr>
            <a:spLocks noGrp="1"/>
          </p:cNvSpPr>
          <p:nvPr/>
        </p:nvSpPr>
        <p:spPr>
          <a:xfrm>
            <a:off x="64008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E2370A72-62A0-4261-9A24-7ACCDB673981}"/>
              </a:ext>
            </a:extLst>
          </p:cNvPr>
          <p:cNvSpPr>
            <a:spLocks noGrp="1"/>
          </p:cNvSpPr>
          <p:nvPr/>
        </p:nvSpPr>
        <p:spPr>
          <a:xfrm>
            <a:off x="68580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118DEB33-62EB-478C-AF21-C7E35715DA04}"/>
              </a:ext>
            </a:extLst>
          </p:cNvPr>
          <p:cNvSpPr>
            <a:spLocks noGrp="1"/>
          </p:cNvSpPr>
          <p:nvPr/>
        </p:nvSpPr>
        <p:spPr>
          <a:xfrm>
            <a:off x="73152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4004E01C-D707-4AAE-B66A-84C78ABA79B1}"/>
              </a:ext>
            </a:extLst>
          </p:cNvPr>
          <p:cNvSpPr>
            <a:spLocks noGrp="1"/>
          </p:cNvSpPr>
          <p:nvPr/>
        </p:nvSpPr>
        <p:spPr>
          <a:xfrm>
            <a:off x="77724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24886A3B-A656-4941-915E-1E8CAACCAB03}"/>
              </a:ext>
            </a:extLst>
          </p:cNvPr>
          <p:cNvSpPr>
            <a:spLocks noGrp="1"/>
          </p:cNvSpPr>
          <p:nvPr/>
        </p:nvSpPr>
        <p:spPr>
          <a:xfrm>
            <a:off x="82296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7EE1E25E-E777-4E68-99CD-CE07A412D408}"/>
              </a:ext>
            </a:extLst>
          </p:cNvPr>
          <p:cNvSpPr>
            <a:spLocks noGrp="1"/>
          </p:cNvSpPr>
          <p:nvPr/>
        </p:nvSpPr>
        <p:spPr>
          <a:xfrm>
            <a:off x="86868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2E7FFC5A-B9F3-487E-8E0A-1537C032D20A}"/>
              </a:ext>
            </a:extLst>
          </p:cNvPr>
          <p:cNvSpPr>
            <a:spLocks noGrp="1"/>
          </p:cNvSpPr>
          <p:nvPr/>
        </p:nvSpPr>
        <p:spPr>
          <a:xfrm>
            <a:off x="91440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5B93BF81-C9AE-47CF-BB81-BB2EDF0770C2}"/>
              </a:ext>
            </a:extLst>
          </p:cNvPr>
          <p:cNvSpPr>
            <a:spLocks noGrp="1"/>
          </p:cNvSpPr>
          <p:nvPr/>
        </p:nvSpPr>
        <p:spPr>
          <a:xfrm>
            <a:off x="96012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719C65F6-B079-467A-8E77-DC0761F05635}"/>
              </a:ext>
            </a:extLst>
          </p:cNvPr>
          <p:cNvSpPr>
            <a:spLocks noGrp="1"/>
          </p:cNvSpPr>
          <p:nvPr/>
        </p:nvSpPr>
        <p:spPr>
          <a:xfrm>
            <a:off x="100584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F61DD8C0-B35E-4D0C-9EC6-D3BD81F298F5}"/>
              </a:ext>
            </a:extLst>
          </p:cNvPr>
          <p:cNvSpPr>
            <a:spLocks noGrp="1"/>
          </p:cNvSpPr>
          <p:nvPr/>
        </p:nvSpPr>
        <p:spPr>
          <a:xfrm>
            <a:off x="105156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89B4E15B-3C8E-4D20-9AE1-8193889D763B}"/>
              </a:ext>
            </a:extLst>
          </p:cNvPr>
          <p:cNvSpPr>
            <a:spLocks noGrp="1"/>
          </p:cNvSpPr>
          <p:nvPr/>
        </p:nvSpPr>
        <p:spPr>
          <a:xfrm>
            <a:off x="109728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80C78EFC-DEE8-4963-AF88-004E5F385BE1}"/>
              </a:ext>
            </a:extLst>
          </p:cNvPr>
          <p:cNvSpPr>
            <a:spLocks noGrp="1"/>
          </p:cNvSpPr>
          <p:nvPr/>
        </p:nvSpPr>
        <p:spPr>
          <a:xfrm>
            <a:off x="114300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4CF8060F-1290-4FEB-A538-82E7A7A2F6C7}"/>
              </a:ext>
            </a:extLst>
          </p:cNvPr>
          <p:cNvSpPr>
            <a:spLocks noGrp="1"/>
          </p:cNvSpPr>
          <p:nvPr/>
        </p:nvSpPr>
        <p:spPr>
          <a:xfrm>
            <a:off x="118872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72A11DDF-0344-49CB-A99F-DD213978CFD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6298BFF3-D832-41A0-ABDB-7AD5690FE4F5}"/>
              </a:ext>
            </a:extLst>
          </p:cNvPr>
          <p:cNvSpPr>
            <a:spLocks noGrp="1"/>
          </p:cNvSpPr>
          <p:nvPr/>
        </p:nvSpPr>
        <p:spPr>
          <a:xfrm>
            <a:off x="0" y="4572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31" name="Shape 29">
            <a:extLst>
              <a:ext uri="{FF2B5EF4-FFF2-40B4-BE49-F238E27FC236}">
                <a16:creationId xmlns:a16="http://schemas.microsoft.com/office/drawing/2014/main" id="{EFE3EF67-F7C5-4CFD-A4F2-920096A0E80A}"/>
              </a:ext>
            </a:extLst>
          </p:cNvPr>
          <p:cNvSpPr>
            <a:spLocks noGrp="1"/>
          </p:cNvSpPr>
          <p:nvPr/>
        </p:nvSpPr>
        <p:spPr>
          <a:xfrm>
            <a:off x="0" y="9144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32" name="Shape 30">
            <a:extLst>
              <a:ext uri="{FF2B5EF4-FFF2-40B4-BE49-F238E27FC236}">
                <a16:creationId xmlns:a16="http://schemas.microsoft.com/office/drawing/2014/main" id="{CD02FE6F-AB13-46E9-98B8-54DA9953D690}"/>
              </a:ext>
            </a:extLst>
          </p:cNvPr>
          <p:cNvSpPr>
            <a:spLocks noGrp="1"/>
          </p:cNvSpPr>
          <p:nvPr/>
        </p:nvSpPr>
        <p:spPr>
          <a:xfrm>
            <a:off x="0" y="13716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33" name="Shape 31">
            <a:extLst>
              <a:ext uri="{FF2B5EF4-FFF2-40B4-BE49-F238E27FC236}">
                <a16:creationId xmlns:a16="http://schemas.microsoft.com/office/drawing/2014/main" id="{358A7E74-B520-4B53-A546-463159621093}"/>
              </a:ext>
            </a:extLst>
          </p:cNvPr>
          <p:cNvSpPr>
            <a:spLocks noGrp="1"/>
          </p:cNvSpPr>
          <p:nvPr/>
        </p:nvSpPr>
        <p:spPr>
          <a:xfrm>
            <a:off x="0" y="18288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34" name="Shape 32">
            <a:extLst>
              <a:ext uri="{FF2B5EF4-FFF2-40B4-BE49-F238E27FC236}">
                <a16:creationId xmlns:a16="http://schemas.microsoft.com/office/drawing/2014/main" id="{ABB0CAD0-F835-4D44-A703-6613C9DC546B}"/>
              </a:ext>
            </a:extLst>
          </p:cNvPr>
          <p:cNvSpPr>
            <a:spLocks noGrp="1"/>
          </p:cNvSpPr>
          <p:nvPr/>
        </p:nvSpPr>
        <p:spPr>
          <a:xfrm>
            <a:off x="0" y="22860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35" name="Shape 33">
            <a:extLst>
              <a:ext uri="{FF2B5EF4-FFF2-40B4-BE49-F238E27FC236}">
                <a16:creationId xmlns:a16="http://schemas.microsoft.com/office/drawing/2014/main" id="{5300110D-6AF3-404C-89C4-EACADA0B3F70}"/>
              </a:ext>
            </a:extLst>
          </p:cNvPr>
          <p:cNvSpPr>
            <a:spLocks noGrp="1"/>
          </p:cNvSpPr>
          <p:nvPr/>
        </p:nvSpPr>
        <p:spPr>
          <a:xfrm>
            <a:off x="0" y="27432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36" name="Shape 34">
            <a:extLst>
              <a:ext uri="{FF2B5EF4-FFF2-40B4-BE49-F238E27FC236}">
                <a16:creationId xmlns:a16="http://schemas.microsoft.com/office/drawing/2014/main" id="{D144E619-1BFD-4E28-ACD4-18C9E45522ED}"/>
              </a:ext>
            </a:extLst>
          </p:cNvPr>
          <p:cNvSpPr>
            <a:spLocks noGrp="1"/>
          </p:cNvSpPr>
          <p:nvPr/>
        </p:nvSpPr>
        <p:spPr>
          <a:xfrm>
            <a:off x="0" y="32004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37" name="Shape 35">
            <a:extLst>
              <a:ext uri="{FF2B5EF4-FFF2-40B4-BE49-F238E27FC236}">
                <a16:creationId xmlns:a16="http://schemas.microsoft.com/office/drawing/2014/main" id="{4FB47487-5D33-48DF-A5D4-EDDCB5AAE06D}"/>
              </a:ext>
            </a:extLst>
          </p:cNvPr>
          <p:cNvSpPr>
            <a:spLocks noGrp="1"/>
          </p:cNvSpPr>
          <p:nvPr/>
        </p:nvSpPr>
        <p:spPr>
          <a:xfrm>
            <a:off x="0" y="36576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38" name="Shape 36">
            <a:extLst>
              <a:ext uri="{FF2B5EF4-FFF2-40B4-BE49-F238E27FC236}">
                <a16:creationId xmlns:a16="http://schemas.microsoft.com/office/drawing/2014/main" id="{BC592CA6-0812-4D9D-B021-683EEA169370}"/>
              </a:ext>
            </a:extLst>
          </p:cNvPr>
          <p:cNvSpPr>
            <a:spLocks noGrp="1"/>
          </p:cNvSpPr>
          <p:nvPr/>
        </p:nvSpPr>
        <p:spPr>
          <a:xfrm>
            <a:off x="0" y="41148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39" name="Shape 37">
            <a:extLst>
              <a:ext uri="{FF2B5EF4-FFF2-40B4-BE49-F238E27FC236}">
                <a16:creationId xmlns:a16="http://schemas.microsoft.com/office/drawing/2014/main" id="{B650184D-07FE-47B2-86EC-90122C2E9C64}"/>
              </a:ext>
            </a:extLst>
          </p:cNvPr>
          <p:cNvSpPr>
            <a:spLocks noGrp="1"/>
          </p:cNvSpPr>
          <p:nvPr/>
        </p:nvSpPr>
        <p:spPr>
          <a:xfrm>
            <a:off x="0" y="45720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40" name="Shape 38">
            <a:extLst>
              <a:ext uri="{FF2B5EF4-FFF2-40B4-BE49-F238E27FC236}">
                <a16:creationId xmlns:a16="http://schemas.microsoft.com/office/drawing/2014/main" id="{DBBE2571-C642-45C1-844A-2F7D6B14EA16}"/>
              </a:ext>
            </a:extLst>
          </p:cNvPr>
          <p:cNvSpPr>
            <a:spLocks noGrp="1"/>
          </p:cNvSpPr>
          <p:nvPr/>
        </p:nvSpPr>
        <p:spPr>
          <a:xfrm>
            <a:off x="0" y="50292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41" name="Shape 39">
            <a:extLst>
              <a:ext uri="{FF2B5EF4-FFF2-40B4-BE49-F238E27FC236}">
                <a16:creationId xmlns:a16="http://schemas.microsoft.com/office/drawing/2014/main" id="{2FE5580D-BD6E-4DA0-BAED-4F331C755608}"/>
              </a:ext>
            </a:extLst>
          </p:cNvPr>
          <p:cNvSpPr>
            <a:spLocks noGrp="1"/>
          </p:cNvSpPr>
          <p:nvPr/>
        </p:nvSpPr>
        <p:spPr>
          <a:xfrm>
            <a:off x="0" y="54864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42" name="Shape 40">
            <a:extLst>
              <a:ext uri="{FF2B5EF4-FFF2-40B4-BE49-F238E27FC236}">
                <a16:creationId xmlns:a16="http://schemas.microsoft.com/office/drawing/2014/main" id="{4122237C-B459-4DB9-B56B-93C7BD96C5FF}"/>
              </a:ext>
            </a:extLst>
          </p:cNvPr>
          <p:cNvSpPr>
            <a:spLocks noGrp="1"/>
          </p:cNvSpPr>
          <p:nvPr/>
        </p:nvSpPr>
        <p:spPr>
          <a:xfrm>
            <a:off x="0" y="59436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43" name="Shape 41">
            <a:extLst>
              <a:ext uri="{FF2B5EF4-FFF2-40B4-BE49-F238E27FC236}">
                <a16:creationId xmlns:a16="http://schemas.microsoft.com/office/drawing/2014/main" id="{E30D09E0-5702-4A9B-B81F-183DB552B8ED}"/>
              </a:ext>
            </a:extLst>
          </p:cNvPr>
          <p:cNvSpPr>
            <a:spLocks noGrp="1"/>
          </p:cNvSpPr>
          <p:nvPr/>
        </p:nvSpPr>
        <p:spPr>
          <a:xfrm>
            <a:off x="0" y="64008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44" name="Shape 42">
            <a:extLst>
              <a:ext uri="{FF2B5EF4-FFF2-40B4-BE49-F238E27FC236}">
                <a16:creationId xmlns:a16="http://schemas.microsoft.com/office/drawing/2014/main" id="{A77D9D6E-9D6A-45CB-A971-BAADC485A579}"/>
              </a:ext>
            </a:extLst>
          </p:cNvPr>
          <p:cNvSpPr>
            <a:spLocks noGrp="1"/>
          </p:cNvSpPr>
          <p:nvPr/>
        </p:nvSpPr>
        <p:spPr>
          <a:xfrm>
            <a:off x="0" y="68580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pic>
        <p:nvPicPr>
          <p:cNvPr id="119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1904" y="164592"/>
            <a:ext cx="1024128" cy="265176"/>
          </a:xfrm>
          <a:prstGeom prst="rect">
            <a:avLst/>
          </a:prstGeom>
        </p:spPr>
      </p:pic>
      <p:sp>
        <p:nvSpPr>
          <p:cNvPr id="46" name="Text 43">
            <a:extLst>
              <a:ext uri="{FF2B5EF4-FFF2-40B4-BE49-F238E27FC236}">
                <a16:creationId xmlns:a16="http://schemas.microsoft.com/office/drawing/2014/main" id="{359020D0-E8E4-4E98-B70B-A7B80A0EB09E}"/>
              </a:ext>
            </a:extLst>
          </p:cNvPr>
          <p:cNvSpPr>
            <a:spLocks noGrp="1"/>
          </p:cNvSpPr>
          <p:nvPr/>
        </p:nvSpPr>
        <p:spPr>
          <a:xfrm>
            <a:off x="566928" y="402336"/>
            <a:ext cx="6766560" cy="21945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000" b="1">
                <a:solidFill>
                  <a:srgbClr val="49657A"/>
                </a:solidFill>
                <a:latin typeface="Noto Sans TC"/>
                <a:ea typeface="Noto Sans TC"/>
                <a:cs typeface="Noto Sans TC"/>
              </a:rPr>
              <a:t>AI 初步編碼的門檻</a:t>
            </a:r>
          </a:p>
        </p:txBody>
      </p:sp>
      <p:sp>
        <p:nvSpPr>
          <p:cNvPr id="47" name="Text 44">
            <a:extLst>
              <a:ext uri="{FF2B5EF4-FFF2-40B4-BE49-F238E27FC236}">
                <a16:creationId xmlns:a16="http://schemas.microsoft.com/office/drawing/2014/main" id="{68D67114-2F49-4EB4-A504-567A10DC824D}"/>
              </a:ext>
            </a:extLst>
          </p:cNvPr>
          <p:cNvSpPr>
            <a:spLocks noGrp="1"/>
          </p:cNvSpPr>
          <p:nvPr/>
        </p:nvSpPr>
        <p:spPr>
          <a:xfrm>
            <a:off x="566928" y="667512"/>
            <a:ext cx="9692640" cy="59436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r>
              <a:rPr lang="zh-TW" altLang="en-US" sz="3200" b="1" dirty="0">
                <a:solidFill>
                  <a:srgbClr val="153E6E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文本分析</a:t>
            </a:r>
            <a:r>
              <a:rPr sz="3200" b="1" dirty="0">
                <a:solidFill>
                  <a:srgbClr val="153E6E"/>
                </a:solidFill>
                <a:latin typeface="Noto Sans TC"/>
                <a:ea typeface="Noto Sans TC"/>
                <a:cs typeface="Noto Sans TC"/>
              </a:rPr>
              <a:t>｜AI </a:t>
            </a:r>
            <a:r>
              <a:rPr sz="3200" b="1" dirty="0" err="1">
                <a:solidFill>
                  <a:srgbClr val="153E6E"/>
                </a:solidFill>
                <a:latin typeface="Noto Sans TC"/>
                <a:ea typeface="Noto Sans TC"/>
                <a:cs typeface="Noto Sans TC"/>
              </a:rPr>
              <a:t>先初判；人再檢查是否讀對</a:t>
            </a:r>
            <a:endParaRPr sz="3200" b="1" dirty="0">
              <a:solidFill>
                <a:srgbClr val="153E6E"/>
              </a:solidFill>
              <a:latin typeface="Noto Sans TC"/>
              <a:ea typeface="Noto Sans TC"/>
              <a:cs typeface="Noto Sans TC"/>
            </a:endParaRPr>
          </a:p>
        </p:txBody>
      </p:sp>
      <p:sp>
        <p:nvSpPr>
          <p:cNvPr id="48" name="Shape 45">
            <a:extLst>
              <a:ext uri="{FF2B5EF4-FFF2-40B4-BE49-F238E27FC236}">
                <a16:creationId xmlns:a16="http://schemas.microsoft.com/office/drawing/2014/main" id="{B784881E-808A-44FD-A78A-20CFDED973EA}"/>
              </a:ext>
            </a:extLst>
          </p:cNvPr>
          <p:cNvSpPr>
            <a:spLocks noGrp="1"/>
          </p:cNvSpPr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8255">
            <a:solidFill>
              <a:srgbClr val="D7E3EC"/>
            </a:solidFill>
            <a:prstDash val="solid"/>
          </a:ln>
        </p:spPr>
      </p:sp>
      <p:sp>
        <p:nvSpPr>
          <p:cNvPr id="49" name="Text 46">
            <a:extLst>
              <a:ext uri="{FF2B5EF4-FFF2-40B4-BE49-F238E27FC236}">
                <a16:creationId xmlns:a16="http://schemas.microsoft.com/office/drawing/2014/main" id="{98A5C02B-27C2-43CD-A9A8-B2A1F9BC1DF0}"/>
              </a:ext>
            </a:extLst>
          </p:cNvPr>
          <p:cNvSpPr>
            <a:spLocks noGrp="1"/>
          </p:cNvSpPr>
          <p:nvPr/>
        </p:nvSpPr>
        <p:spPr>
          <a:xfrm>
            <a:off x="530352" y="6510528"/>
            <a:ext cx="3200400" cy="18288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850" b="1">
                <a:solidFill>
                  <a:srgbClr val="6F8291"/>
                </a:solidFill>
                <a:latin typeface="Noto Sans TC"/>
                <a:ea typeface="Noto Sans TC"/>
                <a:cs typeface="Noto Sans TC"/>
              </a:rPr>
              <a:t>PARSE</a:t>
            </a:r>
          </a:p>
        </p:txBody>
      </p:sp>
      <p:sp>
        <p:nvSpPr>
          <p:cNvPr id="50" name="Text 47">
            <a:extLst>
              <a:ext uri="{FF2B5EF4-FFF2-40B4-BE49-F238E27FC236}">
                <a16:creationId xmlns:a16="http://schemas.microsoft.com/office/drawing/2014/main" id="{9622D1B7-C870-4F6D-997C-8068CE6CD618}"/>
              </a:ext>
            </a:extLst>
          </p:cNvPr>
          <p:cNvSpPr>
            <a:spLocks noGrp="1"/>
          </p:cNvSpPr>
          <p:nvPr/>
        </p:nvSpPr>
        <p:spPr>
          <a:xfrm>
            <a:off x="11064240" y="6473952"/>
            <a:ext cx="548640" cy="20116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r">
              <a:buNone/>
            </a:pPr>
            <a:r>
              <a:rPr sz="1000" b="1">
                <a:solidFill>
                  <a:srgbClr val="6F8291"/>
                </a:solidFill>
                <a:latin typeface="Noto Sans TC"/>
                <a:ea typeface="Noto Sans TC"/>
                <a:cs typeface="Noto Sans TC"/>
              </a:rPr>
              <a:t>09</a:t>
            </a:r>
          </a:p>
        </p:txBody>
      </p:sp>
      <p:sp>
        <p:nvSpPr>
          <p:cNvPr id="51" name="Shape 48">
            <a:extLst>
              <a:ext uri="{FF2B5EF4-FFF2-40B4-BE49-F238E27FC236}">
                <a16:creationId xmlns:a16="http://schemas.microsoft.com/office/drawing/2014/main" id="{B7AEFA4D-1906-4843-8616-938E2DB421A1}"/>
              </a:ext>
            </a:extLst>
          </p:cNvPr>
          <p:cNvSpPr>
            <a:spLocks noGrp="1"/>
          </p:cNvSpPr>
          <p:nvPr/>
        </p:nvSpPr>
        <p:spPr>
          <a:xfrm>
            <a:off x="6419088" y="6492240"/>
            <a:ext cx="164592" cy="164592"/>
          </a:xfrm>
          <a:prstGeom prst="ellipse">
            <a:avLst/>
          </a:prstGeom>
          <a:solidFill>
            <a:srgbClr val="E8F1F8"/>
          </a:solidFill>
          <a:ln w="12700">
            <a:solidFill>
              <a:srgbClr val="E8F1F8"/>
            </a:solidFill>
            <a:prstDash val="solid"/>
          </a:ln>
        </p:spPr>
      </p:sp>
      <p:sp>
        <p:nvSpPr>
          <p:cNvPr id="52" name="Text 49">
            <a:extLst>
              <a:ext uri="{FF2B5EF4-FFF2-40B4-BE49-F238E27FC236}">
                <a16:creationId xmlns:a16="http://schemas.microsoft.com/office/drawing/2014/main" id="{8B4BED13-4880-477E-AA20-68D7E9D4434A}"/>
              </a:ext>
            </a:extLst>
          </p:cNvPr>
          <p:cNvSpPr>
            <a:spLocks noGrp="1"/>
          </p:cNvSpPr>
          <p:nvPr/>
        </p:nvSpPr>
        <p:spPr>
          <a:xfrm>
            <a:off x="6629400" y="6496812"/>
            <a:ext cx="164592" cy="14630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750" b="1">
                <a:solidFill>
                  <a:srgbClr val="6F8291"/>
                </a:solidFill>
                <a:latin typeface="Noto Sans TC"/>
                <a:ea typeface="Noto Sans TC"/>
                <a:cs typeface="Noto Sans TC"/>
              </a:rPr>
              <a:t>S</a:t>
            </a:r>
          </a:p>
        </p:txBody>
      </p:sp>
      <p:sp>
        <p:nvSpPr>
          <p:cNvPr id="53" name="Shape 50">
            <a:extLst>
              <a:ext uri="{FF2B5EF4-FFF2-40B4-BE49-F238E27FC236}">
                <a16:creationId xmlns:a16="http://schemas.microsoft.com/office/drawing/2014/main" id="{273124CD-FFCF-4538-98F6-82F85470F7CA}"/>
              </a:ext>
            </a:extLst>
          </p:cNvPr>
          <p:cNvSpPr>
            <a:spLocks noGrp="1"/>
          </p:cNvSpPr>
          <p:nvPr/>
        </p:nvSpPr>
        <p:spPr>
          <a:xfrm>
            <a:off x="6986016" y="6492240"/>
            <a:ext cx="164592" cy="164592"/>
          </a:xfrm>
          <a:prstGeom prst="ellipse">
            <a:avLst/>
          </a:prstGeom>
          <a:solidFill>
            <a:srgbClr val="E8F1F8"/>
          </a:solidFill>
          <a:ln w="12700">
            <a:solidFill>
              <a:srgbClr val="E8F1F8"/>
            </a:solidFill>
            <a:prstDash val="solid"/>
          </a:ln>
        </p:spPr>
      </p:sp>
      <p:sp>
        <p:nvSpPr>
          <p:cNvPr id="54" name="Text 51">
            <a:extLst>
              <a:ext uri="{FF2B5EF4-FFF2-40B4-BE49-F238E27FC236}">
                <a16:creationId xmlns:a16="http://schemas.microsoft.com/office/drawing/2014/main" id="{5157A5E3-7906-46EF-AE28-7CBFB94CD0AD}"/>
              </a:ext>
            </a:extLst>
          </p:cNvPr>
          <p:cNvSpPr>
            <a:spLocks noGrp="1"/>
          </p:cNvSpPr>
          <p:nvPr/>
        </p:nvSpPr>
        <p:spPr>
          <a:xfrm>
            <a:off x="7196328" y="6496812"/>
            <a:ext cx="164592" cy="14630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750" b="1">
                <a:solidFill>
                  <a:srgbClr val="6F8291"/>
                </a:solidFill>
                <a:latin typeface="Noto Sans TC"/>
                <a:ea typeface="Noto Sans TC"/>
                <a:cs typeface="Noto Sans TC"/>
              </a:rPr>
              <a:t>C</a:t>
            </a:r>
          </a:p>
        </p:txBody>
      </p:sp>
      <p:sp>
        <p:nvSpPr>
          <p:cNvPr id="55" name="Shape 52">
            <a:extLst>
              <a:ext uri="{FF2B5EF4-FFF2-40B4-BE49-F238E27FC236}">
                <a16:creationId xmlns:a16="http://schemas.microsoft.com/office/drawing/2014/main" id="{F54FD82F-002D-48E2-BF18-D0B93259FB3C}"/>
              </a:ext>
            </a:extLst>
          </p:cNvPr>
          <p:cNvSpPr>
            <a:spLocks noGrp="1"/>
          </p:cNvSpPr>
          <p:nvPr/>
        </p:nvSpPr>
        <p:spPr>
          <a:xfrm>
            <a:off x="7552944" y="6492240"/>
            <a:ext cx="164592" cy="164592"/>
          </a:xfrm>
          <a:prstGeom prst="ellipse">
            <a:avLst/>
          </a:prstGeom>
          <a:solidFill>
            <a:srgbClr val="3679B9"/>
          </a:solidFill>
          <a:ln w="12700">
            <a:solidFill>
              <a:srgbClr val="3679B9"/>
            </a:solidFill>
            <a:prstDash val="solid"/>
          </a:ln>
        </p:spPr>
      </p:sp>
      <p:sp>
        <p:nvSpPr>
          <p:cNvPr id="56" name="Text 53">
            <a:extLst>
              <a:ext uri="{FF2B5EF4-FFF2-40B4-BE49-F238E27FC236}">
                <a16:creationId xmlns:a16="http://schemas.microsoft.com/office/drawing/2014/main" id="{9D0D43F0-8A9C-434A-A5BE-F91D31B257A8}"/>
              </a:ext>
            </a:extLst>
          </p:cNvPr>
          <p:cNvSpPr>
            <a:spLocks noGrp="1"/>
          </p:cNvSpPr>
          <p:nvPr/>
        </p:nvSpPr>
        <p:spPr>
          <a:xfrm>
            <a:off x="7763256" y="6496812"/>
            <a:ext cx="164592" cy="14630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750" b="1">
                <a:solidFill>
                  <a:srgbClr val="6F8291"/>
                </a:solidFill>
                <a:latin typeface="Noto Sans TC"/>
                <a:ea typeface="Noto Sans TC"/>
                <a:cs typeface="Noto Sans TC"/>
              </a:rPr>
              <a:t>P</a:t>
            </a:r>
          </a:p>
        </p:txBody>
      </p:sp>
      <p:sp>
        <p:nvSpPr>
          <p:cNvPr id="57" name="Shape 54">
            <a:extLst>
              <a:ext uri="{FF2B5EF4-FFF2-40B4-BE49-F238E27FC236}">
                <a16:creationId xmlns:a16="http://schemas.microsoft.com/office/drawing/2014/main" id="{85FC182E-B77F-40E2-AF50-B21E2E3FEA58}"/>
              </a:ext>
            </a:extLst>
          </p:cNvPr>
          <p:cNvSpPr>
            <a:spLocks noGrp="1"/>
          </p:cNvSpPr>
          <p:nvPr/>
        </p:nvSpPr>
        <p:spPr>
          <a:xfrm>
            <a:off x="8119872" y="6492240"/>
            <a:ext cx="164592" cy="164592"/>
          </a:xfrm>
          <a:prstGeom prst="ellipse">
            <a:avLst/>
          </a:prstGeom>
          <a:solidFill>
            <a:srgbClr val="E8F1F8"/>
          </a:solidFill>
          <a:ln w="12700">
            <a:solidFill>
              <a:srgbClr val="E8F1F8"/>
            </a:solidFill>
            <a:prstDash val="solid"/>
          </a:ln>
        </p:spPr>
      </p:sp>
      <p:sp>
        <p:nvSpPr>
          <p:cNvPr id="58" name="Text 55">
            <a:extLst>
              <a:ext uri="{FF2B5EF4-FFF2-40B4-BE49-F238E27FC236}">
                <a16:creationId xmlns:a16="http://schemas.microsoft.com/office/drawing/2014/main" id="{8A0647F6-5BAF-4970-9004-C6B41911E39D}"/>
              </a:ext>
            </a:extLst>
          </p:cNvPr>
          <p:cNvSpPr>
            <a:spLocks noGrp="1"/>
          </p:cNvSpPr>
          <p:nvPr/>
        </p:nvSpPr>
        <p:spPr>
          <a:xfrm>
            <a:off x="8330184" y="6496812"/>
            <a:ext cx="164592" cy="14630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750" b="1">
                <a:solidFill>
                  <a:srgbClr val="6F8291"/>
                </a:solidFill>
                <a:latin typeface="Noto Sans TC"/>
                <a:ea typeface="Noto Sans TC"/>
                <a:cs typeface="Noto Sans TC"/>
              </a:rPr>
              <a:t>A</a:t>
            </a:r>
          </a:p>
        </p:txBody>
      </p:sp>
      <p:sp>
        <p:nvSpPr>
          <p:cNvPr id="59" name="Shape 56">
            <a:extLst>
              <a:ext uri="{FF2B5EF4-FFF2-40B4-BE49-F238E27FC236}">
                <a16:creationId xmlns:a16="http://schemas.microsoft.com/office/drawing/2014/main" id="{F2CBC447-4C65-494D-B2C6-C4AD138B6932}"/>
              </a:ext>
            </a:extLst>
          </p:cNvPr>
          <p:cNvSpPr>
            <a:spLocks noGrp="1"/>
          </p:cNvSpPr>
          <p:nvPr/>
        </p:nvSpPr>
        <p:spPr>
          <a:xfrm>
            <a:off x="8686800" y="6492240"/>
            <a:ext cx="164592" cy="164592"/>
          </a:xfrm>
          <a:prstGeom prst="ellipse">
            <a:avLst/>
          </a:prstGeom>
          <a:solidFill>
            <a:srgbClr val="E8F1F8"/>
          </a:solidFill>
          <a:ln w="12700">
            <a:solidFill>
              <a:srgbClr val="E8F1F8"/>
            </a:solidFill>
            <a:prstDash val="solid"/>
          </a:ln>
        </p:spPr>
      </p:sp>
      <p:sp>
        <p:nvSpPr>
          <p:cNvPr id="60" name="Text 57">
            <a:extLst>
              <a:ext uri="{FF2B5EF4-FFF2-40B4-BE49-F238E27FC236}">
                <a16:creationId xmlns:a16="http://schemas.microsoft.com/office/drawing/2014/main" id="{2272F0AC-DDBD-42DF-9130-9103B23A20C9}"/>
              </a:ext>
            </a:extLst>
          </p:cNvPr>
          <p:cNvSpPr>
            <a:spLocks noGrp="1"/>
          </p:cNvSpPr>
          <p:nvPr/>
        </p:nvSpPr>
        <p:spPr>
          <a:xfrm>
            <a:off x="8897112" y="6496812"/>
            <a:ext cx="164592" cy="14630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750" b="1">
                <a:solidFill>
                  <a:srgbClr val="6F8291"/>
                </a:solidFill>
                <a:latin typeface="Noto Sans TC"/>
                <a:ea typeface="Noto Sans TC"/>
                <a:cs typeface="Noto Sans TC"/>
              </a:rPr>
              <a:t>R</a:t>
            </a:r>
          </a:p>
        </p:txBody>
      </p:sp>
      <p:sp>
        <p:nvSpPr>
          <p:cNvPr id="61" name="Shape 58">
            <a:extLst>
              <a:ext uri="{FF2B5EF4-FFF2-40B4-BE49-F238E27FC236}">
                <a16:creationId xmlns:a16="http://schemas.microsoft.com/office/drawing/2014/main" id="{3BA2563A-2EC3-4FB1-9365-243EBDA60662}"/>
              </a:ext>
            </a:extLst>
          </p:cNvPr>
          <p:cNvSpPr>
            <a:spLocks noGrp="1"/>
          </p:cNvSpPr>
          <p:nvPr/>
        </p:nvSpPr>
        <p:spPr>
          <a:xfrm>
            <a:off x="9253728" y="6492240"/>
            <a:ext cx="164592" cy="164592"/>
          </a:xfrm>
          <a:prstGeom prst="ellipse">
            <a:avLst/>
          </a:prstGeom>
          <a:solidFill>
            <a:srgbClr val="E8F1F8"/>
          </a:solidFill>
          <a:ln w="12700">
            <a:solidFill>
              <a:srgbClr val="E8F1F8"/>
            </a:solidFill>
            <a:prstDash val="solid"/>
          </a:ln>
        </p:spPr>
      </p:sp>
      <p:sp>
        <p:nvSpPr>
          <p:cNvPr id="62" name="Text 59">
            <a:extLst>
              <a:ext uri="{FF2B5EF4-FFF2-40B4-BE49-F238E27FC236}">
                <a16:creationId xmlns:a16="http://schemas.microsoft.com/office/drawing/2014/main" id="{042D9883-E342-4F22-B9B7-1EF2CAA9402E}"/>
              </a:ext>
            </a:extLst>
          </p:cNvPr>
          <p:cNvSpPr>
            <a:spLocks noGrp="1"/>
          </p:cNvSpPr>
          <p:nvPr/>
        </p:nvSpPr>
        <p:spPr>
          <a:xfrm>
            <a:off x="9464040" y="6496812"/>
            <a:ext cx="164592" cy="14630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750" b="1">
                <a:solidFill>
                  <a:srgbClr val="6F8291"/>
                </a:solidFill>
                <a:latin typeface="Noto Sans TC"/>
                <a:ea typeface="Noto Sans TC"/>
                <a:cs typeface="Noto Sans TC"/>
              </a:rPr>
              <a:t>I</a:t>
            </a:r>
          </a:p>
        </p:txBody>
      </p:sp>
      <p:sp>
        <p:nvSpPr>
          <p:cNvPr id="63" name="Shape 60">
            <a:extLst>
              <a:ext uri="{FF2B5EF4-FFF2-40B4-BE49-F238E27FC236}">
                <a16:creationId xmlns:a16="http://schemas.microsoft.com/office/drawing/2014/main" id="{BB94205F-C1FA-4C6A-87EC-94771CAF74DC}"/>
              </a:ext>
            </a:extLst>
          </p:cNvPr>
          <p:cNvSpPr>
            <a:spLocks noGrp="1"/>
          </p:cNvSpPr>
          <p:nvPr/>
        </p:nvSpPr>
        <p:spPr>
          <a:xfrm>
            <a:off x="758952" y="1572768"/>
            <a:ext cx="3246120" cy="3200400"/>
          </a:xfrm>
          <a:prstGeom prst="roundRect">
            <a:avLst>
              <a:gd name="adj" fmla="val 2286"/>
            </a:avLst>
          </a:prstGeom>
          <a:solidFill>
            <a:srgbClr val="3679B9"/>
          </a:solidFill>
          <a:ln w="12700">
            <a:solidFill>
              <a:srgbClr val="3679B9">
                <a:alpha val="0"/>
              </a:srgbClr>
            </a:solidFill>
            <a:prstDash val="solid"/>
          </a:ln>
        </p:spPr>
      </p:sp>
      <p:sp>
        <p:nvSpPr>
          <p:cNvPr id="64" name="Text 61">
            <a:extLst>
              <a:ext uri="{FF2B5EF4-FFF2-40B4-BE49-F238E27FC236}">
                <a16:creationId xmlns:a16="http://schemas.microsoft.com/office/drawing/2014/main" id="{D6F04E2D-8E73-46C7-AA33-1F939A0F1433}"/>
              </a:ext>
            </a:extLst>
          </p:cNvPr>
          <p:cNvSpPr>
            <a:spLocks noGrp="1"/>
          </p:cNvSpPr>
          <p:nvPr/>
        </p:nvSpPr>
        <p:spPr>
          <a:xfrm>
            <a:off x="987552" y="2084832"/>
            <a:ext cx="2788920" cy="29260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19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ai_initial</a:t>
            </a:r>
          </a:p>
        </p:txBody>
      </p:sp>
      <p:sp>
        <p:nvSpPr>
          <p:cNvPr id="65" name="Text 62">
            <a:extLst>
              <a:ext uri="{FF2B5EF4-FFF2-40B4-BE49-F238E27FC236}">
                <a16:creationId xmlns:a16="http://schemas.microsoft.com/office/drawing/2014/main" id="{54C380CD-05D9-45E3-BBD2-55F58C2F1430}"/>
              </a:ext>
            </a:extLst>
          </p:cNvPr>
          <p:cNvSpPr>
            <a:spLocks noGrp="1"/>
          </p:cNvSpPr>
          <p:nvPr/>
        </p:nvSpPr>
        <p:spPr>
          <a:xfrm>
            <a:off x="1124712" y="2852928"/>
            <a:ext cx="2514600" cy="62179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160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摘要可讀且有明確證據</a:t>
            </a:r>
          </a:p>
          <a:p>
            <a:pPr marL="0" indent="0" algn="ctr">
              <a:buNone/>
            </a:pPr>
            <a:r>
              <a:rPr sz="160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可以進入 比例分析</a:t>
            </a:r>
          </a:p>
        </p:txBody>
      </p:sp>
      <p:sp>
        <p:nvSpPr>
          <p:cNvPr id="66" name="Text 63">
            <a:extLst>
              <a:ext uri="{FF2B5EF4-FFF2-40B4-BE49-F238E27FC236}">
                <a16:creationId xmlns:a16="http://schemas.microsoft.com/office/drawing/2014/main" id="{DFEA7375-C81D-455F-8853-783E7D8F408B}"/>
              </a:ext>
            </a:extLst>
          </p:cNvPr>
          <p:cNvSpPr>
            <a:spLocks noGrp="1"/>
          </p:cNvSpPr>
          <p:nvPr/>
        </p:nvSpPr>
        <p:spPr>
          <a:xfrm>
            <a:off x="1124712" y="3913632"/>
            <a:ext cx="2514600" cy="25603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16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✓ 可做初判</a:t>
            </a:r>
          </a:p>
        </p:txBody>
      </p:sp>
      <p:sp>
        <p:nvSpPr>
          <p:cNvPr id="67" name="Shape 64">
            <a:extLst>
              <a:ext uri="{FF2B5EF4-FFF2-40B4-BE49-F238E27FC236}">
                <a16:creationId xmlns:a16="http://schemas.microsoft.com/office/drawing/2014/main" id="{649B9453-98A5-4066-B1F8-3571A8EAB0A6}"/>
              </a:ext>
            </a:extLst>
          </p:cNvPr>
          <p:cNvSpPr>
            <a:spLocks noGrp="1"/>
          </p:cNvSpPr>
          <p:nvPr/>
        </p:nvSpPr>
        <p:spPr>
          <a:xfrm>
            <a:off x="4562856" y="1572768"/>
            <a:ext cx="3246120" cy="3200400"/>
          </a:xfrm>
          <a:prstGeom prst="roundRect">
            <a:avLst>
              <a:gd name="adj" fmla="val 2286"/>
            </a:avLst>
          </a:prstGeom>
          <a:solidFill>
            <a:srgbClr val="E58A4A"/>
          </a:solidFill>
          <a:ln w="12700">
            <a:solidFill>
              <a:srgbClr val="E58A4A">
                <a:alpha val="0"/>
              </a:srgbClr>
            </a:solidFill>
            <a:prstDash val="solid"/>
          </a:ln>
        </p:spPr>
      </p:sp>
      <p:sp>
        <p:nvSpPr>
          <p:cNvPr id="68" name="Text 65">
            <a:extLst>
              <a:ext uri="{FF2B5EF4-FFF2-40B4-BE49-F238E27FC236}">
                <a16:creationId xmlns:a16="http://schemas.microsoft.com/office/drawing/2014/main" id="{23F4DC08-8CB9-42C3-B41D-2E506CBDC073}"/>
              </a:ext>
            </a:extLst>
          </p:cNvPr>
          <p:cNvSpPr>
            <a:spLocks noGrp="1"/>
          </p:cNvSpPr>
          <p:nvPr/>
        </p:nvSpPr>
        <p:spPr>
          <a:xfrm>
            <a:off x="4791456" y="2084832"/>
            <a:ext cx="2788920" cy="29260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19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needs_review</a:t>
            </a:r>
          </a:p>
        </p:txBody>
      </p:sp>
      <p:sp>
        <p:nvSpPr>
          <p:cNvPr id="69" name="Text 66">
            <a:extLst>
              <a:ext uri="{FF2B5EF4-FFF2-40B4-BE49-F238E27FC236}">
                <a16:creationId xmlns:a16="http://schemas.microsoft.com/office/drawing/2014/main" id="{CC21F6D2-4739-47D4-A382-B4889CCBB800}"/>
              </a:ext>
            </a:extLst>
          </p:cNvPr>
          <p:cNvSpPr>
            <a:spLocks noGrp="1"/>
          </p:cNvSpPr>
          <p:nvPr/>
        </p:nvSpPr>
        <p:spPr>
          <a:xfrm>
            <a:off x="4928616" y="2852928"/>
            <a:ext cx="2514600" cy="621792"/>
          </a:xfrm>
          <a:prstGeom prst="rect">
            <a:avLst/>
          </a:prstGeom>
          <a:noFill/>
        </p:spPr>
        <p:txBody>
          <a:bodyPr wrap="square" lIns="0" tIns="0" rIns="0" bIns="0" anchor="ctr">
            <a:normAutofit fontScale="92500"/>
          </a:bodyPr>
          <a:lstStyle/>
          <a:p>
            <a:pPr marL="0" indent="0" algn="ctr">
              <a:buNone/>
            </a:pPr>
            <a:r>
              <a:rPr sz="160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摘要證據不足或分類邊界不清</a:t>
            </a:r>
          </a:p>
          <a:p>
            <a:pPr marL="0" indent="0" algn="ctr">
              <a:buNone/>
            </a:pPr>
            <a:r>
              <a:rPr sz="160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先人工檢視</a:t>
            </a:r>
          </a:p>
        </p:txBody>
      </p:sp>
      <p:sp>
        <p:nvSpPr>
          <p:cNvPr id="70" name="Text 67">
            <a:extLst>
              <a:ext uri="{FF2B5EF4-FFF2-40B4-BE49-F238E27FC236}">
                <a16:creationId xmlns:a16="http://schemas.microsoft.com/office/drawing/2014/main" id="{4790622F-2C35-4E6D-B6D4-0FBD0068604B}"/>
              </a:ext>
            </a:extLst>
          </p:cNvPr>
          <p:cNvSpPr>
            <a:spLocks noGrp="1"/>
          </p:cNvSpPr>
          <p:nvPr/>
        </p:nvSpPr>
        <p:spPr>
          <a:xfrm>
            <a:off x="4928616" y="3913632"/>
            <a:ext cx="2514600" cy="25603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16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→ 人工確認</a:t>
            </a:r>
          </a:p>
        </p:txBody>
      </p:sp>
      <p:sp>
        <p:nvSpPr>
          <p:cNvPr id="71" name="Shape 68">
            <a:extLst>
              <a:ext uri="{FF2B5EF4-FFF2-40B4-BE49-F238E27FC236}">
                <a16:creationId xmlns:a16="http://schemas.microsoft.com/office/drawing/2014/main" id="{E754F3DE-0DDA-470C-8267-0BFB9323031C}"/>
              </a:ext>
            </a:extLst>
          </p:cNvPr>
          <p:cNvSpPr>
            <a:spLocks noGrp="1"/>
          </p:cNvSpPr>
          <p:nvPr/>
        </p:nvSpPr>
        <p:spPr>
          <a:xfrm>
            <a:off x="8366760" y="1572768"/>
            <a:ext cx="3246120" cy="3200400"/>
          </a:xfrm>
          <a:prstGeom prst="roundRect">
            <a:avLst>
              <a:gd name="adj" fmla="val 2286"/>
            </a:avLst>
          </a:prstGeom>
          <a:solidFill>
            <a:srgbClr val="49657A"/>
          </a:solidFill>
          <a:ln w="12700">
            <a:solidFill>
              <a:srgbClr val="49657A">
                <a:alpha val="0"/>
              </a:srgbClr>
            </a:solidFill>
            <a:prstDash val="solid"/>
          </a:ln>
        </p:spPr>
      </p:sp>
      <p:sp>
        <p:nvSpPr>
          <p:cNvPr id="72" name="Text 69">
            <a:extLst>
              <a:ext uri="{FF2B5EF4-FFF2-40B4-BE49-F238E27FC236}">
                <a16:creationId xmlns:a16="http://schemas.microsoft.com/office/drawing/2014/main" id="{B2EE09AB-E0C4-4790-AA8C-583AB71E41D8}"/>
              </a:ext>
            </a:extLst>
          </p:cNvPr>
          <p:cNvSpPr>
            <a:spLocks noGrp="1"/>
          </p:cNvSpPr>
          <p:nvPr/>
        </p:nvSpPr>
        <p:spPr>
          <a:xfrm>
            <a:off x="8595360" y="2084832"/>
            <a:ext cx="2788920" cy="29260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19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無法判定</a:t>
            </a:r>
          </a:p>
        </p:txBody>
      </p:sp>
      <p:sp>
        <p:nvSpPr>
          <p:cNvPr id="73" name="Text 70">
            <a:extLst>
              <a:ext uri="{FF2B5EF4-FFF2-40B4-BE49-F238E27FC236}">
                <a16:creationId xmlns:a16="http://schemas.microsoft.com/office/drawing/2014/main" id="{7C064198-2547-4B7F-9069-58323381839F}"/>
              </a:ext>
            </a:extLst>
          </p:cNvPr>
          <p:cNvSpPr>
            <a:spLocks noGrp="1"/>
          </p:cNvSpPr>
          <p:nvPr/>
        </p:nvSpPr>
        <p:spPr>
          <a:xfrm>
            <a:off x="8732520" y="2852928"/>
            <a:ext cx="2514600" cy="62179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160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摘要未寫出或無法確認</a:t>
            </a:r>
          </a:p>
          <a:p>
            <a:pPr marL="0" indent="0" algn="ctr">
              <a:buNone/>
            </a:pPr>
            <a:r>
              <a:rPr sz="160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不進後續流程</a:t>
            </a:r>
          </a:p>
        </p:txBody>
      </p:sp>
      <p:sp>
        <p:nvSpPr>
          <p:cNvPr id="74" name="Text 71">
            <a:extLst>
              <a:ext uri="{FF2B5EF4-FFF2-40B4-BE49-F238E27FC236}">
                <a16:creationId xmlns:a16="http://schemas.microsoft.com/office/drawing/2014/main" id="{840CBD0A-A391-43EF-A8CC-7ED34609F477}"/>
              </a:ext>
            </a:extLst>
          </p:cNvPr>
          <p:cNvSpPr>
            <a:spLocks noGrp="1"/>
          </p:cNvSpPr>
          <p:nvPr/>
        </p:nvSpPr>
        <p:spPr>
          <a:xfrm>
            <a:off x="8732520" y="3913632"/>
            <a:ext cx="2514600" cy="25603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16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→ 人工確認</a:t>
            </a:r>
          </a:p>
        </p:txBody>
      </p:sp>
    </p:spTree>
    <p:extLst>
      <p:ext uri="{BB962C8B-B14F-4D97-AF65-F5344CB8AC3E}">
        <p14:creationId xmlns:p14="http://schemas.microsoft.com/office/powerpoint/2010/main" val="2954874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DDF9E3D-AC80-40DC-96C7-62E16AB3C4E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FF01327D-1383-46BB-BC31-F2D53DAAAE53}"/>
              </a:ext>
            </a:extLst>
          </p:cNvPr>
          <p:cNvSpPr>
            <a:spLocks noGrp="1"/>
          </p:cNvSpPr>
          <p:nvPr/>
        </p:nvSpPr>
        <p:spPr>
          <a:xfrm>
            <a:off x="4572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8D049209-2B30-495C-B098-1185A3971D69}"/>
              </a:ext>
            </a:extLst>
          </p:cNvPr>
          <p:cNvSpPr>
            <a:spLocks noGrp="1"/>
          </p:cNvSpPr>
          <p:nvPr/>
        </p:nvSpPr>
        <p:spPr>
          <a:xfrm>
            <a:off x="9144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6AF46870-2CD2-4A43-9653-72A0588176DB}"/>
              </a:ext>
            </a:extLst>
          </p:cNvPr>
          <p:cNvSpPr>
            <a:spLocks noGrp="1"/>
          </p:cNvSpPr>
          <p:nvPr/>
        </p:nvSpPr>
        <p:spPr>
          <a:xfrm>
            <a:off x="13716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B2E43A2D-3043-436F-B637-47F44866D718}"/>
              </a:ext>
            </a:extLst>
          </p:cNvPr>
          <p:cNvSpPr>
            <a:spLocks noGrp="1"/>
          </p:cNvSpPr>
          <p:nvPr/>
        </p:nvSpPr>
        <p:spPr>
          <a:xfrm>
            <a:off x="18288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73EE3CD4-B6C0-4858-88E5-C1FF275AA92F}"/>
              </a:ext>
            </a:extLst>
          </p:cNvPr>
          <p:cNvSpPr>
            <a:spLocks noGrp="1"/>
          </p:cNvSpPr>
          <p:nvPr/>
        </p:nvSpPr>
        <p:spPr>
          <a:xfrm>
            <a:off x="22860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2D2A8975-4507-4C31-A15B-0ABB1AB6FD21}"/>
              </a:ext>
            </a:extLst>
          </p:cNvPr>
          <p:cNvSpPr>
            <a:spLocks noGrp="1"/>
          </p:cNvSpPr>
          <p:nvPr/>
        </p:nvSpPr>
        <p:spPr>
          <a:xfrm>
            <a:off x="27432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EC6B1C63-9125-43BD-9E61-24C263349F0E}"/>
              </a:ext>
            </a:extLst>
          </p:cNvPr>
          <p:cNvSpPr>
            <a:spLocks noGrp="1"/>
          </p:cNvSpPr>
          <p:nvPr/>
        </p:nvSpPr>
        <p:spPr>
          <a:xfrm>
            <a:off x="32004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F6179845-7BFD-45F2-B5E0-DCFB056D03EF}"/>
              </a:ext>
            </a:extLst>
          </p:cNvPr>
          <p:cNvSpPr>
            <a:spLocks noGrp="1"/>
          </p:cNvSpPr>
          <p:nvPr/>
        </p:nvSpPr>
        <p:spPr>
          <a:xfrm>
            <a:off x="36576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0AF9030C-55A1-4E84-83D0-93D21F1891A5}"/>
              </a:ext>
            </a:extLst>
          </p:cNvPr>
          <p:cNvSpPr>
            <a:spLocks noGrp="1"/>
          </p:cNvSpPr>
          <p:nvPr/>
        </p:nvSpPr>
        <p:spPr>
          <a:xfrm>
            <a:off x="41148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BBA5F90A-2CE0-4F09-8E5A-E12799D503C1}"/>
              </a:ext>
            </a:extLst>
          </p:cNvPr>
          <p:cNvSpPr>
            <a:spLocks noGrp="1"/>
          </p:cNvSpPr>
          <p:nvPr/>
        </p:nvSpPr>
        <p:spPr>
          <a:xfrm>
            <a:off x="45720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8D9BB87A-6048-4538-A70C-27904BA359E5}"/>
              </a:ext>
            </a:extLst>
          </p:cNvPr>
          <p:cNvSpPr>
            <a:spLocks noGrp="1"/>
          </p:cNvSpPr>
          <p:nvPr/>
        </p:nvSpPr>
        <p:spPr>
          <a:xfrm>
            <a:off x="50292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FA1C1C44-6272-4881-88EE-74053024E3CE}"/>
              </a:ext>
            </a:extLst>
          </p:cNvPr>
          <p:cNvSpPr>
            <a:spLocks noGrp="1"/>
          </p:cNvSpPr>
          <p:nvPr/>
        </p:nvSpPr>
        <p:spPr>
          <a:xfrm>
            <a:off x="54864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BC3F600A-C40D-454A-8715-F0908A84F937}"/>
              </a:ext>
            </a:extLst>
          </p:cNvPr>
          <p:cNvSpPr>
            <a:spLocks noGrp="1"/>
          </p:cNvSpPr>
          <p:nvPr/>
        </p:nvSpPr>
        <p:spPr>
          <a:xfrm>
            <a:off x="59436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E0E96778-FFE0-485B-9FF7-A3369436BE8C}"/>
              </a:ext>
            </a:extLst>
          </p:cNvPr>
          <p:cNvSpPr>
            <a:spLocks noGrp="1"/>
          </p:cNvSpPr>
          <p:nvPr/>
        </p:nvSpPr>
        <p:spPr>
          <a:xfrm>
            <a:off x="64008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6DB6DAB7-C610-486F-A5B8-3D9A4D97F35D}"/>
              </a:ext>
            </a:extLst>
          </p:cNvPr>
          <p:cNvSpPr>
            <a:spLocks noGrp="1"/>
          </p:cNvSpPr>
          <p:nvPr/>
        </p:nvSpPr>
        <p:spPr>
          <a:xfrm>
            <a:off x="68580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E4E20B26-7111-4D60-A8DA-A8454CB47282}"/>
              </a:ext>
            </a:extLst>
          </p:cNvPr>
          <p:cNvSpPr>
            <a:spLocks noGrp="1"/>
          </p:cNvSpPr>
          <p:nvPr/>
        </p:nvSpPr>
        <p:spPr>
          <a:xfrm>
            <a:off x="73152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FCC30693-6CF1-4B4D-9ECA-C58937A860B6}"/>
              </a:ext>
            </a:extLst>
          </p:cNvPr>
          <p:cNvSpPr>
            <a:spLocks noGrp="1"/>
          </p:cNvSpPr>
          <p:nvPr/>
        </p:nvSpPr>
        <p:spPr>
          <a:xfrm>
            <a:off x="77724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E2335422-8AD8-46E9-87EA-5E7372A2B237}"/>
              </a:ext>
            </a:extLst>
          </p:cNvPr>
          <p:cNvSpPr>
            <a:spLocks noGrp="1"/>
          </p:cNvSpPr>
          <p:nvPr/>
        </p:nvSpPr>
        <p:spPr>
          <a:xfrm>
            <a:off x="82296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9520C07E-B2A2-4B55-9019-C52A30DE4434}"/>
              </a:ext>
            </a:extLst>
          </p:cNvPr>
          <p:cNvSpPr>
            <a:spLocks noGrp="1"/>
          </p:cNvSpPr>
          <p:nvPr/>
        </p:nvSpPr>
        <p:spPr>
          <a:xfrm>
            <a:off x="86868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BCE5A092-93BF-43E4-84B0-98B28A817B96}"/>
              </a:ext>
            </a:extLst>
          </p:cNvPr>
          <p:cNvSpPr>
            <a:spLocks noGrp="1"/>
          </p:cNvSpPr>
          <p:nvPr/>
        </p:nvSpPr>
        <p:spPr>
          <a:xfrm>
            <a:off x="91440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F5F647FE-726A-48D4-A3F8-306D0BD72FA2}"/>
              </a:ext>
            </a:extLst>
          </p:cNvPr>
          <p:cNvSpPr>
            <a:spLocks noGrp="1"/>
          </p:cNvSpPr>
          <p:nvPr/>
        </p:nvSpPr>
        <p:spPr>
          <a:xfrm>
            <a:off x="96012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C7D44E6D-401D-4B77-9DF6-4A377614487A}"/>
              </a:ext>
            </a:extLst>
          </p:cNvPr>
          <p:cNvSpPr>
            <a:spLocks noGrp="1"/>
          </p:cNvSpPr>
          <p:nvPr/>
        </p:nvSpPr>
        <p:spPr>
          <a:xfrm>
            <a:off x="100584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909CC82D-B473-4C43-A8CC-C1C0E8D5D756}"/>
              </a:ext>
            </a:extLst>
          </p:cNvPr>
          <p:cNvSpPr>
            <a:spLocks noGrp="1"/>
          </p:cNvSpPr>
          <p:nvPr/>
        </p:nvSpPr>
        <p:spPr>
          <a:xfrm>
            <a:off x="105156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58EC0594-8C77-42B5-B773-B70A4E5FF999}"/>
              </a:ext>
            </a:extLst>
          </p:cNvPr>
          <p:cNvSpPr>
            <a:spLocks noGrp="1"/>
          </p:cNvSpPr>
          <p:nvPr/>
        </p:nvSpPr>
        <p:spPr>
          <a:xfrm>
            <a:off x="109728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484AF6F6-B22C-4D80-A654-ADA7D6BB5C2F}"/>
              </a:ext>
            </a:extLst>
          </p:cNvPr>
          <p:cNvSpPr>
            <a:spLocks noGrp="1"/>
          </p:cNvSpPr>
          <p:nvPr/>
        </p:nvSpPr>
        <p:spPr>
          <a:xfrm>
            <a:off x="114300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F4706B23-291A-42FD-8744-B47DBD972B13}"/>
              </a:ext>
            </a:extLst>
          </p:cNvPr>
          <p:cNvSpPr>
            <a:spLocks noGrp="1"/>
          </p:cNvSpPr>
          <p:nvPr/>
        </p:nvSpPr>
        <p:spPr>
          <a:xfrm>
            <a:off x="118872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210303D8-40B2-491A-A051-6F330C74E0B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3BD2C290-7747-4764-A983-BE51EE099BF4}"/>
              </a:ext>
            </a:extLst>
          </p:cNvPr>
          <p:cNvSpPr>
            <a:spLocks noGrp="1"/>
          </p:cNvSpPr>
          <p:nvPr/>
        </p:nvSpPr>
        <p:spPr>
          <a:xfrm>
            <a:off x="0" y="4572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31" name="Shape 29">
            <a:extLst>
              <a:ext uri="{FF2B5EF4-FFF2-40B4-BE49-F238E27FC236}">
                <a16:creationId xmlns:a16="http://schemas.microsoft.com/office/drawing/2014/main" id="{26205C90-A0A9-43CC-AE59-4773F035479B}"/>
              </a:ext>
            </a:extLst>
          </p:cNvPr>
          <p:cNvSpPr>
            <a:spLocks noGrp="1"/>
          </p:cNvSpPr>
          <p:nvPr/>
        </p:nvSpPr>
        <p:spPr>
          <a:xfrm>
            <a:off x="0" y="9144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32" name="Shape 30">
            <a:extLst>
              <a:ext uri="{FF2B5EF4-FFF2-40B4-BE49-F238E27FC236}">
                <a16:creationId xmlns:a16="http://schemas.microsoft.com/office/drawing/2014/main" id="{62A6C378-D7B7-474A-A21A-3A7D35A32489}"/>
              </a:ext>
            </a:extLst>
          </p:cNvPr>
          <p:cNvSpPr>
            <a:spLocks noGrp="1"/>
          </p:cNvSpPr>
          <p:nvPr/>
        </p:nvSpPr>
        <p:spPr>
          <a:xfrm>
            <a:off x="0" y="13716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33" name="Shape 31">
            <a:extLst>
              <a:ext uri="{FF2B5EF4-FFF2-40B4-BE49-F238E27FC236}">
                <a16:creationId xmlns:a16="http://schemas.microsoft.com/office/drawing/2014/main" id="{9623B92E-D5A8-4E50-A04E-C4689DCF5148}"/>
              </a:ext>
            </a:extLst>
          </p:cNvPr>
          <p:cNvSpPr>
            <a:spLocks noGrp="1"/>
          </p:cNvSpPr>
          <p:nvPr/>
        </p:nvSpPr>
        <p:spPr>
          <a:xfrm>
            <a:off x="0" y="18288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34" name="Shape 32">
            <a:extLst>
              <a:ext uri="{FF2B5EF4-FFF2-40B4-BE49-F238E27FC236}">
                <a16:creationId xmlns:a16="http://schemas.microsoft.com/office/drawing/2014/main" id="{010BB643-742A-4EFF-A606-ACC62FFF6908}"/>
              </a:ext>
            </a:extLst>
          </p:cNvPr>
          <p:cNvSpPr>
            <a:spLocks noGrp="1"/>
          </p:cNvSpPr>
          <p:nvPr/>
        </p:nvSpPr>
        <p:spPr>
          <a:xfrm>
            <a:off x="0" y="22860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35" name="Shape 33">
            <a:extLst>
              <a:ext uri="{FF2B5EF4-FFF2-40B4-BE49-F238E27FC236}">
                <a16:creationId xmlns:a16="http://schemas.microsoft.com/office/drawing/2014/main" id="{E0207822-1AEA-4DE5-948C-FAAD3EC82839}"/>
              </a:ext>
            </a:extLst>
          </p:cNvPr>
          <p:cNvSpPr>
            <a:spLocks noGrp="1"/>
          </p:cNvSpPr>
          <p:nvPr/>
        </p:nvSpPr>
        <p:spPr>
          <a:xfrm>
            <a:off x="0" y="27432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36" name="Shape 34">
            <a:extLst>
              <a:ext uri="{FF2B5EF4-FFF2-40B4-BE49-F238E27FC236}">
                <a16:creationId xmlns:a16="http://schemas.microsoft.com/office/drawing/2014/main" id="{8B185E21-1600-4647-B1DC-4DE376FAF79C}"/>
              </a:ext>
            </a:extLst>
          </p:cNvPr>
          <p:cNvSpPr>
            <a:spLocks noGrp="1"/>
          </p:cNvSpPr>
          <p:nvPr/>
        </p:nvSpPr>
        <p:spPr>
          <a:xfrm>
            <a:off x="0" y="32004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37" name="Shape 35">
            <a:extLst>
              <a:ext uri="{FF2B5EF4-FFF2-40B4-BE49-F238E27FC236}">
                <a16:creationId xmlns:a16="http://schemas.microsoft.com/office/drawing/2014/main" id="{57B2047B-A794-4C09-BD54-29C6289BA26F}"/>
              </a:ext>
            </a:extLst>
          </p:cNvPr>
          <p:cNvSpPr>
            <a:spLocks noGrp="1"/>
          </p:cNvSpPr>
          <p:nvPr/>
        </p:nvSpPr>
        <p:spPr>
          <a:xfrm>
            <a:off x="0" y="36576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38" name="Shape 36">
            <a:extLst>
              <a:ext uri="{FF2B5EF4-FFF2-40B4-BE49-F238E27FC236}">
                <a16:creationId xmlns:a16="http://schemas.microsoft.com/office/drawing/2014/main" id="{548C484E-F307-4E82-8F71-757C1A5AB247}"/>
              </a:ext>
            </a:extLst>
          </p:cNvPr>
          <p:cNvSpPr>
            <a:spLocks noGrp="1"/>
          </p:cNvSpPr>
          <p:nvPr/>
        </p:nvSpPr>
        <p:spPr>
          <a:xfrm>
            <a:off x="0" y="41148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39" name="Shape 37">
            <a:extLst>
              <a:ext uri="{FF2B5EF4-FFF2-40B4-BE49-F238E27FC236}">
                <a16:creationId xmlns:a16="http://schemas.microsoft.com/office/drawing/2014/main" id="{1B4FB2FF-FF6A-42C1-9713-75332D9424E2}"/>
              </a:ext>
            </a:extLst>
          </p:cNvPr>
          <p:cNvSpPr>
            <a:spLocks noGrp="1"/>
          </p:cNvSpPr>
          <p:nvPr/>
        </p:nvSpPr>
        <p:spPr>
          <a:xfrm>
            <a:off x="0" y="45720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40" name="Shape 38">
            <a:extLst>
              <a:ext uri="{FF2B5EF4-FFF2-40B4-BE49-F238E27FC236}">
                <a16:creationId xmlns:a16="http://schemas.microsoft.com/office/drawing/2014/main" id="{9F842F64-BE31-4A9E-917D-DCF2B36581BF}"/>
              </a:ext>
            </a:extLst>
          </p:cNvPr>
          <p:cNvSpPr>
            <a:spLocks noGrp="1"/>
          </p:cNvSpPr>
          <p:nvPr/>
        </p:nvSpPr>
        <p:spPr>
          <a:xfrm>
            <a:off x="0" y="50292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41" name="Shape 39">
            <a:extLst>
              <a:ext uri="{FF2B5EF4-FFF2-40B4-BE49-F238E27FC236}">
                <a16:creationId xmlns:a16="http://schemas.microsoft.com/office/drawing/2014/main" id="{C14FB4AF-AA69-4FB3-A773-F6905056CA18}"/>
              </a:ext>
            </a:extLst>
          </p:cNvPr>
          <p:cNvSpPr>
            <a:spLocks noGrp="1"/>
          </p:cNvSpPr>
          <p:nvPr/>
        </p:nvSpPr>
        <p:spPr>
          <a:xfrm>
            <a:off x="0" y="54864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42" name="Shape 40">
            <a:extLst>
              <a:ext uri="{FF2B5EF4-FFF2-40B4-BE49-F238E27FC236}">
                <a16:creationId xmlns:a16="http://schemas.microsoft.com/office/drawing/2014/main" id="{F705813D-D6CF-492C-8E90-938C8DF2DDC6}"/>
              </a:ext>
            </a:extLst>
          </p:cNvPr>
          <p:cNvSpPr>
            <a:spLocks noGrp="1"/>
          </p:cNvSpPr>
          <p:nvPr/>
        </p:nvSpPr>
        <p:spPr>
          <a:xfrm>
            <a:off x="0" y="59436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43" name="Shape 41">
            <a:extLst>
              <a:ext uri="{FF2B5EF4-FFF2-40B4-BE49-F238E27FC236}">
                <a16:creationId xmlns:a16="http://schemas.microsoft.com/office/drawing/2014/main" id="{CA6A376D-6E6D-42A3-B2B1-9316B1B8F566}"/>
              </a:ext>
            </a:extLst>
          </p:cNvPr>
          <p:cNvSpPr>
            <a:spLocks noGrp="1"/>
          </p:cNvSpPr>
          <p:nvPr/>
        </p:nvSpPr>
        <p:spPr>
          <a:xfrm>
            <a:off x="0" y="64008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44" name="Shape 42">
            <a:extLst>
              <a:ext uri="{FF2B5EF4-FFF2-40B4-BE49-F238E27FC236}">
                <a16:creationId xmlns:a16="http://schemas.microsoft.com/office/drawing/2014/main" id="{55B82F02-1F23-4E86-8C96-C2A7C8FFD683}"/>
              </a:ext>
            </a:extLst>
          </p:cNvPr>
          <p:cNvSpPr>
            <a:spLocks noGrp="1"/>
          </p:cNvSpPr>
          <p:nvPr/>
        </p:nvSpPr>
        <p:spPr>
          <a:xfrm>
            <a:off x="0" y="68580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pic>
        <p:nvPicPr>
          <p:cNvPr id="137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1904" y="164592"/>
            <a:ext cx="1024128" cy="265176"/>
          </a:xfrm>
          <a:prstGeom prst="rect">
            <a:avLst/>
          </a:prstGeom>
        </p:spPr>
      </p:pic>
      <p:sp>
        <p:nvSpPr>
          <p:cNvPr id="46" name="Text 43">
            <a:extLst>
              <a:ext uri="{FF2B5EF4-FFF2-40B4-BE49-F238E27FC236}">
                <a16:creationId xmlns:a16="http://schemas.microsoft.com/office/drawing/2014/main" id="{0C56A62C-DFF5-4485-94F2-47F45A3E31C8}"/>
              </a:ext>
            </a:extLst>
          </p:cNvPr>
          <p:cNvSpPr>
            <a:spLocks noGrp="1"/>
          </p:cNvSpPr>
          <p:nvPr/>
        </p:nvSpPr>
        <p:spPr>
          <a:xfrm>
            <a:off x="566928" y="402336"/>
            <a:ext cx="6766560" cy="21945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000" b="1">
                <a:solidFill>
                  <a:srgbClr val="49657A"/>
                </a:solidFill>
                <a:latin typeface="Noto Sans TC"/>
                <a:ea typeface="Noto Sans TC"/>
                <a:cs typeface="Noto Sans TC"/>
              </a:rPr>
              <a:t>操作 4 · 試編碼、全量編碼與比較</a:t>
            </a:r>
          </a:p>
        </p:txBody>
      </p:sp>
      <p:sp>
        <p:nvSpPr>
          <p:cNvPr id="47" name="Text 44">
            <a:extLst>
              <a:ext uri="{FF2B5EF4-FFF2-40B4-BE49-F238E27FC236}">
                <a16:creationId xmlns:a16="http://schemas.microsoft.com/office/drawing/2014/main" id="{C69D9937-2C80-4566-BD43-720E862D6275}"/>
              </a:ext>
            </a:extLst>
          </p:cNvPr>
          <p:cNvSpPr>
            <a:spLocks noGrp="1"/>
          </p:cNvSpPr>
          <p:nvPr/>
        </p:nvSpPr>
        <p:spPr>
          <a:xfrm>
            <a:off x="566928" y="667512"/>
            <a:ext cx="9692640" cy="59436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r>
              <a:rPr lang="zh-TW" altLang="en-US" sz="3200" b="1" dirty="0">
                <a:solidFill>
                  <a:srgbClr val="153E6E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文本分析</a:t>
            </a:r>
            <a:r>
              <a:rPr sz="3200" b="1" dirty="0">
                <a:solidFill>
                  <a:srgbClr val="153E6E"/>
                </a:solidFill>
                <a:latin typeface="Noto Sans TC"/>
                <a:ea typeface="Noto Sans TC"/>
                <a:cs typeface="Noto Sans TC"/>
              </a:rPr>
              <a:t>｜</a:t>
            </a:r>
            <a:r>
              <a:rPr sz="3200" b="1" dirty="0" err="1">
                <a:solidFill>
                  <a:srgbClr val="153E6E"/>
                </a:solidFill>
                <a:latin typeface="Noto Sans TC"/>
                <a:ea typeface="Noto Sans TC"/>
                <a:cs typeface="Noto Sans TC"/>
              </a:rPr>
              <a:t>輸出</a:t>
            </a:r>
            <a:r>
              <a:rPr lang="zh-TW" altLang="en-US" sz="3200" b="1" dirty="0">
                <a:solidFill>
                  <a:srgbClr val="153E6E"/>
                </a:solidFill>
                <a:latin typeface="Noto Sans TC"/>
                <a:ea typeface="Noto Sans TC"/>
                <a:cs typeface="Noto Sans TC"/>
              </a:rPr>
              <a:t>圖表</a:t>
            </a:r>
            <a:endParaRPr sz="3200" b="1" dirty="0">
              <a:solidFill>
                <a:srgbClr val="153E6E"/>
              </a:solidFill>
              <a:latin typeface="Noto Sans TC"/>
              <a:ea typeface="Noto Sans TC"/>
              <a:cs typeface="Noto Sans TC"/>
            </a:endParaRPr>
          </a:p>
        </p:txBody>
      </p:sp>
      <p:sp>
        <p:nvSpPr>
          <p:cNvPr id="48" name="Shape 45">
            <a:extLst>
              <a:ext uri="{FF2B5EF4-FFF2-40B4-BE49-F238E27FC236}">
                <a16:creationId xmlns:a16="http://schemas.microsoft.com/office/drawing/2014/main" id="{E44069F4-67F7-4CFD-A0BE-7F78B4C3E977}"/>
              </a:ext>
            </a:extLst>
          </p:cNvPr>
          <p:cNvSpPr>
            <a:spLocks noGrp="1"/>
          </p:cNvSpPr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8255">
            <a:solidFill>
              <a:srgbClr val="D7E3EC"/>
            </a:solidFill>
            <a:prstDash val="solid"/>
          </a:ln>
        </p:spPr>
      </p:sp>
      <p:sp>
        <p:nvSpPr>
          <p:cNvPr id="49" name="Text 46">
            <a:extLst>
              <a:ext uri="{FF2B5EF4-FFF2-40B4-BE49-F238E27FC236}">
                <a16:creationId xmlns:a16="http://schemas.microsoft.com/office/drawing/2014/main" id="{74A548C8-E921-4932-A3EE-C660893C615E}"/>
              </a:ext>
            </a:extLst>
          </p:cNvPr>
          <p:cNvSpPr>
            <a:spLocks noGrp="1"/>
          </p:cNvSpPr>
          <p:nvPr/>
        </p:nvSpPr>
        <p:spPr>
          <a:xfrm>
            <a:off x="530352" y="6510528"/>
            <a:ext cx="3200400" cy="18288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850" b="1">
                <a:solidFill>
                  <a:srgbClr val="6F8291"/>
                </a:solidFill>
                <a:latin typeface="Noto Sans TC"/>
                <a:ea typeface="Noto Sans TC"/>
                <a:cs typeface="Noto Sans TC"/>
              </a:rPr>
              <a:t>ANALYZE</a:t>
            </a:r>
          </a:p>
        </p:txBody>
      </p:sp>
      <p:sp>
        <p:nvSpPr>
          <p:cNvPr id="50" name="Text 47">
            <a:extLst>
              <a:ext uri="{FF2B5EF4-FFF2-40B4-BE49-F238E27FC236}">
                <a16:creationId xmlns:a16="http://schemas.microsoft.com/office/drawing/2014/main" id="{45D74349-F78F-4476-9710-D79FDD1A6C1A}"/>
              </a:ext>
            </a:extLst>
          </p:cNvPr>
          <p:cNvSpPr>
            <a:spLocks noGrp="1"/>
          </p:cNvSpPr>
          <p:nvPr/>
        </p:nvSpPr>
        <p:spPr>
          <a:xfrm>
            <a:off x="11064240" y="6473952"/>
            <a:ext cx="548640" cy="20116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r">
              <a:buNone/>
            </a:pPr>
            <a:r>
              <a:rPr sz="1000" b="1">
                <a:solidFill>
                  <a:srgbClr val="6F8291"/>
                </a:solidFill>
                <a:latin typeface="Noto Sans TC"/>
                <a:ea typeface="Noto Sans TC"/>
                <a:cs typeface="Noto Sans TC"/>
              </a:rPr>
              <a:t>10</a:t>
            </a:r>
          </a:p>
        </p:txBody>
      </p:sp>
      <p:sp>
        <p:nvSpPr>
          <p:cNvPr id="51" name="Shape 48">
            <a:extLst>
              <a:ext uri="{FF2B5EF4-FFF2-40B4-BE49-F238E27FC236}">
                <a16:creationId xmlns:a16="http://schemas.microsoft.com/office/drawing/2014/main" id="{99909F12-6F17-4492-BAE5-79D7376211CB}"/>
              </a:ext>
            </a:extLst>
          </p:cNvPr>
          <p:cNvSpPr>
            <a:spLocks noGrp="1"/>
          </p:cNvSpPr>
          <p:nvPr/>
        </p:nvSpPr>
        <p:spPr>
          <a:xfrm>
            <a:off x="6419088" y="6492240"/>
            <a:ext cx="164592" cy="164592"/>
          </a:xfrm>
          <a:prstGeom prst="ellipse">
            <a:avLst/>
          </a:prstGeom>
          <a:solidFill>
            <a:srgbClr val="E8F1F8"/>
          </a:solidFill>
          <a:ln w="12700">
            <a:solidFill>
              <a:srgbClr val="E8F1F8"/>
            </a:solidFill>
            <a:prstDash val="solid"/>
          </a:ln>
        </p:spPr>
      </p:sp>
      <p:sp>
        <p:nvSpPr>
          <p:cNvPr id="52" name="Text 49">
            <a:extLst>
              <a:ext uri="{FF2B5EF4-FFF2-40B4-BE49-F238E27FC236}">
                <a16:creationId xmlns:a16="http://schemas.microsoft.com/office/drawing/2014/main" id="{D880673E-820D-472E-9030-916FF8DFE6DF}"/>
              </a:ext>
            </a:extLst>
          </p:cNvPr>
          <p:cNvSpPr>
            <a:spLocks noGrp="1"/>
          </p:cNvSpPr>
          <p:nvPr/>
        </p:nvSpPr>
        <p:spPr>
          <a:xfrm>
            <a:off x="6629400" y="6496812"/>
            <a:ext cx="164592" cy="14630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750" b="1">
                <a:solidFill>
                  <a:srgbClr val="6F8291"/>
                </a:solidFill>
                <a:latin typeface="Noto Sans TC"/>
                <a:ea typeface="Noto Sans TC"/>
                <a:cs typeface="Noto Sans TC"/>
              </a:rPr>
              <a:t>S</a:t>
            </a:r>
          </a:p>
        </p:txBody>
      </p:sp>
      <p:sp>
        <p:nvSpPr>
          <p:cNvPr id="53" name="Shape 50">
            <a:extLst>
              <a:ext uri="{FF2B5EF4-FFF2-40B4-BE49-F238E27FC236}">
                <a16:creationId xmlns:a16="http://schemas.microsoft.com/office/drawing/2014/main" id="{510D6367-D242-402E-B858-CF72284874A1}"/>
              </a:ext>
            </a:extLst>
          </p:cNvPr>
          <p:cNvSpPr>
            <a:spLocks noGrp="1"/>
          </p:cNvSpPr>
          <p:nvPr/>
        </p:nvSpPr>
        <p:spPr>
          <a:xfrm>
            <a:off x="6986016" y="6492240"/>
            <a:ext cx="164592" cy="164592"/>
          </a:xfrm>
          <a:prstGeom prst="ellipse">
            <a:avLst/>
          </a:prstGeom>
          <a:solidFill>
            <a:srgbClr val="E8F1F8"/>
          </a:solidFill>
          <a:ln w="12700">
            <a:solidFill>
              <a:srgbClr val="E8F1F8"/>
            </a:solidFill>
            <a:prstDash val="solid"/>
          </a:ln>
        </p:spPr>
      </p:sp>
      <p:sp>
        <p:nvSpPr>
          <p:cNvPr id="54" name="Text 51">
            <a:extLst>
              <a:ext uri="{FF2B5EF4-FFF2-40B4-BE49-F238E27FC236}">
                <a16:creationId xmlns:a16="http://schemas.microsoft.com/office/drawing/2014/main" id="{87103B48-80C5-4827-9EF4-00E46901C017}"/>
              </a:ext>
            </a:extLst>
          </p:cNvPr>
          <p:cNvSpPr>
            <a:spLocks noGrp="1"/>
          </p:cNvSpPr>
          <p:nvPr/>
        </p:nvSpPr>
        <p:spPr>
          <a:xfrm>
            <a:off x="7196328" y="6496812"/>
            <a:ext cx="164592" cy="14630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750" b="1">
                <a:solidFill>
                  <a:srgbClr val="6F8291"/>
                </a:solidFill>
                <a:latin typeface="Noto Sans TC"/>
                <a:ea typeface="Noto Sans TC"/>
                <a:cs typeface="Noto Sans TC"/>
              </a:rPr>
              <a:t>C</a:t>
            </a:r>
          </a:p>
        </p:txBody>
      </p:sp>
      <p:sp>
        <p:nvSpPr>
          <p:cNvPr id="55" name="Shape 52">
            <a:extLst>
              <a:ext uri="{FF2B5EF4-FFF2-40B4-BE49-F238E27FC236}">
                <a16:creationId xmlns:a16="http://schemas.microsoft.com/office/drawing/2014/main" id="{17608E33-52FC-432E-AC82-719E7C69B1EC}"/>
              </a:ext>
            </a:extLst>
          </p:cNvPr>
          <p:cNvSpPr>
            <a:spLocks noGrp="1"/>
          </p:cNvSpPr>
          <p:nvPr/>
        </p:nvSpPr>
        <p:spPr>
          <a:xfrm>
            <a:off x="7552944" y="6492240"/>
            <a:ext cx="164592" cy="164592"/>
          </a:xfrm>
          <a:prstGeom prst="ellipse">
            <a:avLst/>
          </a:prstGeom>
          <a:solidFill>
            <a:srgbClr val="E8F1F8"/>
          </a:solidFill>
          <a:ln w="12700">
            <a:solidFill>
              <a:srgbClr val="E8F1F8"/>
            </a:solidFill>
            <a:prstDash val="solid"/>
          </a:ln>
        </p:spPr>
      </p:sp>
      <p:sp>
        <p:nvSpPr>
          <p:cNvPr id="56" name="Text 53">
            <a:extLst>
              <a:ext uri="{FF2B5EF4-FFF2-40B4-BE49-F238E27FC236}">
                <a16:creationId xmlns:a16="http://schemas.microsoft.com/office/drawing/2014/main" id="{8FF2C181-50D2-4F58-8D77-32C65567FAEC}"/>
              </a:ext>
            </a:extLst>
          </p:cNvPr>
          <p:cNvSpPr>
            <a:spLocks noGrp="1"/>
          </p:cNvSpPr>
          <p:nvPr/>
        </p:nvSpPr>
        <p:spPr>
          <a:xfrm>
            <a:off x="7763256" y="6496812"/>
            <a:ext cx="164592" cy="14630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750" b="1">
                <a:solidFill>
                  <a:srgbClr val="6F8291"/>
                </a:solidFill>
                <a:latin typeface="Noto Sans TC"/>
                <a:ea typeface="Noto Sans TC"/>
                <a:cs typeface="Noto Sans TC"/>
              </a:rPr>
              <a:t>P</a:t>
            </a:r>
          </a:p>
        </p:txBody>
      </p:sp>
      <p:sp>
        <p:nvSpPr>
          <p:cNvPr id="57" name="Shape 54">
            <a:extLst>
              <a:ext uri="{FF2B5EF4-FFF2-40B4-BE49-F238E27FC236}">
                <a16:creationId xmlns:a16="http://schemas.microsoft.com/office/drawing/2014/main" id="{BACDECFE-C44E-450C-948E-8B78D8BFC197}"/>
              </a:ext>
            </a:extLst>
          </p:cNvPr>
          <p:cNvSpPr>
            <a:spLocks noGrp="1"/>
          </p:cNvSpPr>
          <p:nvPr/>
        </p:nvSpPr>
        <p:spPr>
          <a:xfrm>
            <a:off x="8119872" y="6492240"/>
            <a:ext cx="164592" cy="164592"/>
          </a:xfrm>
          <a:prstGeom prst="ellipse">
            <a:avLst/>
          </a:prstGeom>
          <a:solidFill>
            <a:srgbClr val="3679B9"/>
          </a:solidFill>
          <a:ln w="12700">
            <a:solidFill>
              <a:srgbClr val="3679B9"/>
            </a:solidFill>
            <a:prstDash val="solid"/>
          </a:ln>
        </p:spPr>
      </p:sp>
      <p:sp>
        <p:nvSpPr>
          <p:cNvPr id="58" name="Text 55">
            <a:extLst>
              <a:ext uri="{FF2B5EF4-FFF2-40B4-BE49-F238E27FC236}">
                <a16:creationId xmlns:a16="http://schemas.microsoft.com/office/drawing/2014/main" id="{3030ACA5-B517-4EDE-B1E7-FA0A02F30B4B}"/>
              </a:ext>
            </a:extLst>
          </p:cNvPr>
          <p:cNvSpPr>
            <a:spLocks noGrp="1"/>
          </p:cNvSpPr>
          <p:nvPr/>
        </p:nvSpPr>
        <p:spPr>
          <a:xfrm>
            <a:off x="8330184" y="6496812"/>
            <a:ext cx="164592" cy="14630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750" b="1">
                <a:solidFill>
                  <a:srgbClr val="6F8291"/>
                </a:solidFill>
                <a:latin typeface="Noto Sans TC"/>
                <a:ea typeface="Noto Sans TC"/>
                <a:cs typeface="Noto Sans TC"/>
              </a:rPr>
              <a:t>A</a:t>
            </a:r>
          </a:p>
        </p:txBody>
      </p:sp>
      <p:sp>
        <p:nvSpPr>
          <p:cNvPr id="59" name="Shape 56">
            <a:extLst>
              <a:ext uri="{FF2B5EF4-FFF2-40B4-BE49-F238E27FC236}">
                <a16:creationId xmlns:a16="http://schemas.microsoft.com/office/drawing/2014/main" id="{708B8EBA-5236-4360-831A-B9AE4AEC7AAD}"/>
              </a:ext>
            </a:extLst>
          </p:cNvPr>
          <p:cNvSpPr>
            <a:spLocks noGrp="1"/>
          </p:cNvSpPr>
          <p:nvPr/>
        </p:nvSpPr>
        <p:spPr>
          <a:xfrm>
            <a:off x="8686800" y="6492240"/>
            <a:ext cx="164592" cy="164592"/>
          </a:xfrm>
          <a:prstGeom prst="ellipse">
            <a:avLst/>
          </a:prstGeom>
          <a:solidFill>
            <a:srgbClr val="E8F1F8"/>
          </a:solidFill>
          <a:ln w="12700">
            <a:solidFill>
              <a:srgbClr val="E8F1F8"/>
            </a:solidFill>
            <a:prstDash val="solid"/>
          </a:ln>
        </p:spPr>
      </p:sp>
      <p:sp>
        <p:nvSpPr>
          <p:cNvPr id="60" name="Text 57">
            <a:extLst>
              <a:ext uri="{FF2B5EF4-FFF2-40B4-BE49-F238E27FC236}">
                <a16:creationId xmlns:a16="http://schemas.microsoft.com/office/drawing/2014/main" id="{5D2D4509-2AC2-40F4-B78E-B1DE84B4E6BB}"/>
              </a:ext>
            </a:extLst>
          </p:cNvPr>
          <p:cNvSpPr>
            <a:spLocks noGrp="1"/>
          </p:cNvSpPr>
          <p:nvPr/>
        </p:nvSpPr>
        <p:spPr>
          <a:xfrm>
            <a:off x="8897112" y="6496812"/>
            <a:ext cx="164592" cy="14630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750" b="1">
                <a:solidFill>
                  <a:srgbClr val="6F8291"/>
                </a:solidFill>
                <a:latin typeface="Noto Sans TC"/>
                <a:ea typeface="Noto Sans TC"/>
                <a:cs typeface="Noto Sans TC"/>
              </a:rPr>
              <a:t>R</a:t>
            </a:r>
          </a:p>
        </p:txBody>
      </p:sp>
      <p:sp>
        <p:nvSpPr>
          <p:cNvPr id="61" name="Shape 58">
            <a:extLst>
              <a:ext uri="{FF2B5EF4-FFF2-40B4-BE49-F238E27FC236}">
                <a16:creationId xmlns:a16="http://schemas.microsoft.com/office/drawing/2014/main" id="{78E342BC-C605-4BA1-A331-077EF3558F56}"/>
              </a:ext>
            </a:extLst>
          </p:cNvPr>
          <p:cNvSpPr>
            <a:spLocks noGrp="1"/>
          </p:cNvSpPr>
          <p:nvPr/>
        </p:nvSpPr>
        <p:spPr>
          <a:xfrm>
            <a:off x="9253728" y="6492240"/>
            <a:ext cx="164592" cy="164592"/>
          </a:xfrm>
          <a:prstGeom prst="ellipse">
            <a:avLst/>
          </a:prstGeom>
          <a:solidFill>
            <a:srgbClr val="E8F1F8"/>
          </a:solidFill>
          <a:ln w="12700">
            <a:solidFill>
              <a:srgbClr val="E8F1F8"/>
            </a:solidFill>
            <a:prstDash val="solid"/>
          </a:ln>
        </p:spPr>
      </p:sp>
      <p:sp>
        <p:nvSpPr>
          <p:cNvPr id="62" name="Text 59">
            <a:extLst>
              <a:ext uri="{FF2B5EF4-FFF2-40B4-BE49-F238E27FC236}">
                <a16:creationId xmlns:a16="http://schemas.microsoft.com/office/drawing/2014/main" id="{A3BC4753-B7CE-4D25-B9FD-DACFC00A6580}"/>
              </a:ext>
            </a:extLst>
          </p:cNvPr>
          <p:cNvSpPr>
            <a:spLocks noGrp="1"/>
          </p:cNvSpPr>
          <p:nvPr/>
        </p:nvSpPr>
        <p:spPr>
          <a:xfrm>
            <a:off x="9464040" y="6496812"/>
            <a:ext cx="164592" cy="14630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750" b="1">
                <a:solidFill>
                  <a:srgbClr val="6F8291"/>
                </a:solidFill>
                <a:latin typeface="Noto Sans TC"/>
                <a:ea typeface="Noto Sans TC"/>
                <a:cs typeface="Noto Sans TC"/>
              </a:rPr>
              <a:t>I</a:t>
            </a:r>
          </a:p>
        </p:txBody>
      </p:sp>
      <p:sp>
        <p:nvSpPr>
          <p:cNvPr id="63" name="Shape 60">
            <a:extLst>
              <a:ext uri="{FF2B5EF4-FFF2-40B4-BE49-F238E27FC236}">
                <a16:creationId xmlns:a16="http://schemas.microsoft.com/office/drawing/2014/main" id="{61F85E5E-39D2-48F1-881B-9C1DD65D7FAF}"/>
              </a:ext>
            </a:extLst>
          </p:cNvPr>
          <p:cNvSpPr>
            <a:spLocks noGrp="1"/>
          </p:cNvSpPr>
          <p:nvPr/>
        </p:nvSpPr>
        <p:spPr>
          <a:xfrm>
            <a:off x="777240" y="1444752"/>
            <a:ext cx="2743200" cy="338328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4" name="Text 61">
            <a:extLst>
              <a:ext uri="{FF2B5EF4-FFF2-40B4-BE49-F238E27FC236}">
                <a16:creationId xmlns:a16="http://schemas.microsoft.com/office/drawing/2014/main" id="{188E3DD3-13D3-4A3C-BC53-F1659B733EF6}"/>
              </a:ext>
            </a:extLst>
          </p:cNvPr>
          <p:cNvSpPr>
            <a:spLocks noGrp="1"/>
          </p:cNvSpPr>
          <p:nvPr/>
        </p:nvSpPr>
        <p:spPr>
          <a:xfrm>
            <a:off x="1097280" y="1783080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anchor="ctr">
            <a:normAutofit fontScale="97500" lnSpcReduction="10000"/>
          </a:bodyPr>
          <a:lstStyle/>
          <a:p>
            <a:pPr marL="0" indent="0" algn="ctr">
              <a:buNone/>
            </a:pPr>
            <a:r>
              <a:rPr sz="2000" b="1">
                <a:solidFill>
                  <a:srgbClr val="153E6E"/>
                </a:solidFill>
                <a:latin typeface="Noto Sans TC"/>
                <a:ea typeface="Noto Sans TC"/>
                <a:cs typeface="Noto Sans TC"/>
              </a:rPr>
              <a:t>255 篇摘要</a:t>
            </a:r>
          </a:p>
        </p:txBody>
      </p:sp>
      <p:sp>
        <p:nvSpPr>
          <p:cNvPr id="65" name="Shape 62">
            <a:extLst>
              <a:ext uri="{FF2B5EF4-FFF2-40B4-BE49-F238E27FC236}">
                <a16:creationId xmlns:a16="http://schemas.microsoft.com/office/drawing/2014/main" id="{DC841545-191F-420A-B8D0-F5334183F632}"/>
              </a:ext>
            </a:extLst>
          </p:cNvPr>
          <p:cNvSpPr>
            <a:spLocks noGrp="1"/>
          </p:cNvSpPr>
          <p:nvPr/>
        </p:nvSpPr>
        <p:spPr>
          <a:xfrm>
            <a:off x="1115568" y="2359152"/>
            <a:ext cx="2048256" cy="420624"/>
          </a:xfrm>
          <a:prstGeom prst="roundRect">
            <a:avLst>
              <a:gd name="adj" fmla="val 17391"/>
            </a:avLst>
          </a:prstGeom>
          <a:solidFill>
            <a:srgbClr val="F4F8FB"/>
          </a:solidFill>
          <a:ln w="12700">
            <a:solidFill>
              <a:srgbClr val="F4F8FB">
                <a:alpha val="0"/>
              </a:srgbClr>
            </a:solidFill>
            <a:prstDash val="solid"/>
          </a:ln>
        </p:spPr>
      </p:sp>
      <p:sp>
        <p:nvSpPr>
          <p:cNvPr id="66" name="Shape 63">
            <a:extLst>
              <a:ext uri="{FF2B5EF4-FFF2-40B4-BE49-F238E27FC236}">
                <a16:creationId xmlns:a16="http://schemas.microsoft.com/office/drawing/2014/main" id="{15B9BB74-9BAA-4A8D-9B36-A1DAA7D0C8BF}"/>
              </a:ext>
            </a:extLst>
          </p:cNvPr>
          <p:cNvSpPr>
            <a:spLocks noGrp="1"/>
          </p:cNvSpPr>
          <p:nvPr/>
        </p:nvSpPr>
        <p:spPr>
          <a:xfrm>
            <a:off x="1115568" y="3017520"/>
            <a:ext cx="2048256" cy="420624"/>
          </a:xfrm>
          <a:prstGeom prst="roundRect">
            <a:avLst>
              <a:gd name="adj" fmla="val 17391"/>
            </a:avLst>
          </a:prstGeom>
          <a:solidFill>
            <a:srgbClr val="E8F1F8"/>
          </a:solidFill>
          <a:ln w="12700">
            <a:solidFill>
              <a:srgbClr val="E8F1F8">
                <a:alpha val="0"/>
              </a:srgbClr>
            </a:solidFill>
            <a:prstDash val="solid"/>
          </a:ln>
        </p:spPr>
      </p:sp>
      <p:sp>
        <p:nvSpPr>
          <p:cNvPr id="67" name="Shape 64">
            <a:extLst>
              <a:ext uri="{FF2B5EF4-FFF2-40B4-BE49-F238E27FC236}">
                <a16:creationId xmlns:a16="http://schemas.microsoft.com/office/drawing/2014/main" id="{F3E31079-6348-4892-8902-E9AFB6864B8D}"/>
              </a:ext>
            </a:extLst>
          </p:cNvPr>
          <p:cNvSpPr>
            <a:spLocks noGrp="1"/>
          </p:cNvSpPr>
          <p:nvPr/>
        </p:nvSpPr>
        <p:spPr>
          <a:xfrm>
            <a:off x="1115568" y="3675888"/>
            <a:ext cx="2048256" cy="420624"/>
          </a:xfrm>
          <a:prstGeom prst="roundRect">
            <a:avLst>
              <a:gd name="adj" fmla="val 17391"/>
            </a:avLst>
          </a:prstGeom>
          <a:solidFill>
            <a:srgbClr val="F4F8FB"/>
          </a:solidFill>
          <a:ln w="12700">
            <a:solidFill>
              <a:srgbClr val="F4F8FB">
                <a:alpha val="0"/>
              </a:srgbClr>
            </a:solidFill>
            <a:prstDash val="solid"/>
          </a:ln>
        </p:spPr>
      </p:sp>
      <p:sp>
        <p:nvSpPr>
          <p:cNvPr id="68" name="Text 65">
            <a:extLst>
              <a:ext uri="{FF2B5EF4-FFF2-40B4-BE49-F238E27FC236}">
                <a16:creationId xmlns:a16="http://schemas.microsoft.com/office/drawing/2014/main" id="{F19B7BF9-9C09-4DF4-A698-3C16D01022DD}"/>
              </a:ext>
            </a:extLst>
          </p:cNvPr>
          <p:cNvSpPr>
            <a:spLocks noGrp="1"/>
          </p:cNvSpPr>
          <p:nvPr/>
        </p:nvSpPr>
        <p:spPr>
          <a:xfrm>
            <a:off x="1243584" y="2468880"/>
            <a:ext cx="1783080" cy="164592"/>
          </a:xfrm>
          <a:prstGeom prst="rect">
            <a:avLst/>
          </a:prstGeom>
          <a:noFill/>
        </p:spPr>
        <p:txBody>
          <a:bodyPr wrap="square" lIns="0" tIns="0" rIns="0" bIns="0" anchor="ctr">
            <a:normAutofit fontScale="93913" lnSpcReduction="10000"/>
          </a:bodyPr>
          <a:lstStyle/>
          <a:p>
            <a:pPr marL="0" indent="0" algn="ctr">
              <a:buNone/>
            </a:pPr>
            <a:r>
              <a:rPr sz="1150">
                <a:solidFill>
                  <a:srgbClr val="153E6E"/>
                </a:solidFill>
                <a:latin typeface="Noto Sans TC"/>
                <a:ea typeface="Noto Sans TC"/>
                <a:cs typeface="Noto Sans TC"/>
              </a:rPr>
              <a:t>研究主題</a:t>
            </a:r>
          </a:p>
        </p:txBody>
      </p:sp>
      <p:sp>
        <p:nvSpPr>
          <p:cNvPr id="69" name="Text 66">
            <a:extLst>
              <a:ext uri="{FF2B5EF4-FFF2-40B4-BE49-F238E27FC236}">
                <a16:creationId xmlns:a16="http://schemas.microsoft.com/office/drawing/2014/main" id="{5D3957E1-F21E-40DB-9844-43500E4F6E63}"/>
              </a:ext>
            </a:extLst>
          </p:cNvPr>
          <p:cNvSpPr>
            <a:spLocks noGrp="1"/>
          </p:cNvSpPr>
          <p:nvPr/>
        </p:nvSpPr>
        <p:spPr>
          <a:xfrm>
            <a:off x="1243584" y="3127248"/>
            <a:ext cx="1783080" cy="164592"/>
          </a:xfrm>
          <a:prstGeom prst="rect">
            <a:avLst/>
          </a:prstGeom>
          <a:noFill/>
        </p:spPr>
        <p:txBody>
          <a:bodyPr wrap="square" lIns="0" tIns="0" rIns="0" bIns="0" anchor="ctr">
            <a:normAutofit fontScale="93913" lnSpcReduction="10000"/>
          </a:bodyPr>
          <a:lstStyle/>
          <a:p>
            <a:pPr marL="0" indent="0" algn="ctr">
              <a:buNone/>
            </a:pPr>
            <a:r>
              <a:rPr sz="1150">
                <a:solidFill>
                  <a:srgbClr val="153E6E"/>
                </a:solidFill>
                <a:latin typeface="Noto Sans TC"/>
                <a:ea typeface="Noto Sans TC"/>
                <a:cs typeface="Noto Sans TC"/>
              </a:rPr>
              <a:t>研究方法</a:t>
            </a:r>
          </a:p>
        </p:txBody>
      </p:sp>
      <p:sp>
        <p:nvSpPr>
          <p:cNvPr id="70" name="Text 67">
            <a:extLst>
              <a:ext uri="{FF2B5EF4-FFF2-40B4-BE49-F238E27FC236}">
                <a16:creationId xmlns:a16="http://schemas.microsoft.com/office/drawing/2014/main" id="{59F2C914-FD5A-4B1B-A835-CF6FB9CA4BA8}"/>
              </a:ext>
            </a:extLst>
          </p:cNvPr>
          <p:cNvSpPr>
            <a:spLocks noGrp="1"/>
          </p:cNvSpPr>
          <p:nvPr/>
        </p:nvSpPr>
        <p:spPr>
          <a:xfrm>
            <a:off x="1243584" y="3785616"/>
            <a:ext cx="1783080" cy="164592"/>
          </a:xfrm>
          <a:prstGeom prst="rect">
            <a:avLst/>
          </a:prstGeom>
          <a:noFill/>
        </p:spPr>
        <p:txBody>
          <a:bodyPr wrap="square" lIns="0" tIns="0" rIns="0" bIns="0" anchor="ctr">
            <a:normAutofit fontScale="93913" lnSpcReduction="10000"/>
          </a:bodyPr>
          <a:lstStyle/>
          <a:p>
            <a:pPr marL="0" indent="0" algn="ctr">
              <a:buNone/>
            </a:pPr>
            <a:r>
              <a:rPr sz="1150">
                <a:solidFill>
                  <a:srgbClr val="153E6E"/>
                </a:solidFill>
                <a:latin typeface="Noto Sans TC"/>
                <a:ea typeface="Noto Sans TC"/>
                <a:cs typeface="Noto Sans TC"/>
              </a:rPr>
              <a:t>研究對象</a:t>
            </a:r>
          </a:p>
        </p:txBody>
      </p:sp>
      <p:sp>
        <p:nvSpPr>
          <p:cNvPr id="71" name="Text 68">
            <a:extLst>
              <a:ext uri="{FF2B5EF4-FFF2-40B4-BE49-F238E27FC236}">
                <a16:creationId xmlns:a16="http://schemas.microsoft.com/office/drawing/2014/main" id="{F0F0FE1B-904B-4CA3-93DC-929B764CD0C1}"/>
              </a:ext>
            </a:extLst>
          </p:cNvPr>
          <p:cNvSpPr>
            <a:spLocks noGrp="1"/>
          </p:cNvSpPr>
          <p:nvPr/>
        </p:nvSpPr>
        <p:spPr>
          <a:xfrm>
            <a:off x="3703320" y="2834640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anchor="ctr">
            <a:normAutofit fontScale="70000" lnSpcReduction="20000"/>
          </a:bodyPr>
          <a:lstStyle/>
          <a:p>
            <a:pPr marL="0" indent="0" algn="ctr">
              <a:buNone/>
            </a:pPr>
            <a:r>
              <a:rPr sz="2800" b="1">
                <a:solidFill>
                  <a:srgbClr val="E58A4A"/>
                </a:solidFill>
                <a:latin typeface="Noto Sans TC"/>
                <a:ea typeface="Noto Sans TC"/>
                <a:cs typeface="Noto Sans TC"/>
              </a:rPr>
              <a:t>→</a:t>
            </a:r>
          </a:p>
        </p:txBody>
      </p:sp>
      <p:sp>
        <p:nvSpPr>
          <p:cNvPr id="72" name="Shape 69">
            <a:extLst>
              <a:ext uri="{FF2B5EF4-FFF2-40B4-BE49-F238E27FC236}">
                <a16:creationId xmlns:a16="http://schemas.microsoft.com/office/drawing/2014/main" id="{A38CB337-A24E-41E7-A3B4-588B6BA69AAD}"/>
              </a:ext>
            </a:extLst>
          </p:cNvPr>
          <p:cNvSpPr>
            <a:spLocks noGrp="1"/>
          </p:cNvSpPr>
          <p:nvPr/>
        </p:nvSpPr>
        <p:spPr>
          <a:xfrm>
            <a:off x="4498848" y="1508760"/>
            <a:ext cx="297180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3" name="Shape 70">
            <a:extLst>
              <a:ext uri="{FF2B5EF4-FFF2-40B4-BE49-F238E27FC236}">
                <a16:creationId xmlns:a16="http://schemas.microsoft.com/office/drawing/2014/main" id="{6DD1F066-82F7-496D-B471-BB44D653F5FF}"/>
              </a:ext>
            </a:extLst>
          </p:cNvPr>
          <p:cNvSpPr>
            <a:spLocks noGrp="1"/>
          </p:cNvSpPr>
          <p:nvPr/>
        </p:nvSpPr>
        <p:spPr>
          <a:xfrm>
            <a:off x="4498848" y="1508760"/>
            <a:ext cx="91440" cy="1298448"/>
          </a:xfrm>
          <a:prstGeom prst="rect">
            <a:avLst/>
          </a:prstGeom>
          <a:solidFill>
            <a:srgbClr val="3679B9"/>
          </a:solidFill>
          <a:ln w="12700">
            <a:solidFill>
              <a:srgbClr val="3679B9"/>
            </a:solidFill>
            <a:prstDash val="solid"/>
          </a:ln>
        </p:spPr>
      </p:sp>
      <p:sp>
        <p:nvSpPr>
          <p:cNvPr id="74" name="Text 71">
            <a:extLst>
              <a:ext uri="{FF2B5EF4-FFF2-40B4-BE49-F238E27FC236}">
                <a16:creationId xmlns:a16="http://schemas.microsoft.com/office/drawing/2014/main" id="{14C9E463-F549-44B7-A8CA-70F21340A00A}"/>
              </a:ext>
            </a:extLst>
          </p:cNvPr>
          <p:cNvSpPr>
            <a:spLocks noGrp="1"/>
          </p:cNvSpPr>
          <p:nvPr/>
        </p:nvSpPr>
        <p:spPr>
          <a:xfrm>
            <a:off x="4754880" y="1737360"/>
            <a:ext cx="2514600" cy="32004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600" b="1">
                <a:solidFill>
                  <a:srgbClr val="153E6E"/>
                </a:solidFill>
                <a:latin typeface="Noto Sans TC"/>
                <a:ea typeface="Noto Sans TC"/>
                <a:cs typeface="Noto Sans TC"/>
              </a:rPr>
              <a:t>topic_primary</a:t>
            </a:r>
          </a:p>
        </p:txBody>
      </p:sp>
      <p:sp>
        <p:nvSpPr>
          <p:cNvPr id="75" name="Text 72">
            <a:extLst>
              <a:ext uri="{FF2B5EF4-FFF2-40B4-BE49-F238E27FC236}">
                <a16:creationId xmlns:a16="http://schemas.microsoft.com/office/drawing/2014/main" id="{24A0B37B-6F7F-42EC-A67D-563E898EA9D7}"/>
              </a:ext>
            </a:extLst>
          </p:cNvPr>
          <p:cNvSpPr>
            <a:spLocks noGrp="1"/>
          </p:cNvSpPr>
          <p:nvPr/>
        </p:nvSpPr>
        <p:spPr>
          <a:xfrm>
            <a:off x="4754880" y="2203704"/>
            <a:ext cx="2496312" cy="42976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>
              <a:buNone/>
            </a:pPr>
            <a:r>
              <a:rPr sz="1250">
                <a:solidFill>
                  <a:srgbClr val="49657A"/>
                </a:solidFill>
                <a:latin typeface="Noto Sans TC"/>
                <a:ea typeface="Noto Sans TC"/>
                <a:cs typeface="Noto Sans TC"/>
              </a:rPr>
              <a:t>段落＋來源</a:t>
            </a:r>
          </a:p>
          <a:p>
            <a:pPr marL="0" indent="0">
              <a:buNone/>
            </a:pPr>
            <a:r>
              <a:rPr sz="1250">
                <a:solidFill>
                  <a:srgbClr val="49657A"/>
                </a:solidFill>
                <a:latin typeface="Noto Sans TC"/>
                <a:ea typeface="Noto Sans TC"/>
                <a:cs typeface="Noto Sans TC"/>
              </a:rPr>
              <a:t>可建立向量索引</a:t>
            </a:r>
          </a:p>
        </p:txBody>
      </p:sp>
      <p:sp>
        <p:nvSpPr>
          <p:cNvPr id="76" name="Shape 73">
            <a:extLst>
              <a:ext uri="{FF2B5EF4-FFF2-40B4-BE49-F238E27FC236}">
                <a16:creationId xmlns:a16="http://schemas.microsoft.com/office/drawing/2014/main" id="{AD7A6CE7-F5F0-4FD5-B186-C111ED935B05}"/>
              </a:ext>
            </a:extLst>
          </p:cNvPr>
          <p:cNvSpPr>
            <a:spLocks noGrp="1"/>
          </p:cNvSpPr>
          <p:nvPr/>
        </p:nvSpPr>
        <p:spPr>
          <a:xfrm>
            <a:off x="7900416" y="1508760"/>
            <a:ext cx="297180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7" name="Shape 74">
            <a:extLst>
              <a:ext uri="{FF2B5EF4-FFF2-40B4-BE49-F238E27FC236}">
                <a16:creationId xmlns:a16="http://schemas.microsoft.com/office/drawing/2014/main" id="{DC7CD777-5D2D-4675-9323-6D454A936772}"/>
              </a:ext>
            </a:extLst>
          </p:cNvPr>
          <p:cNvSpPr>
            <a:spLocks noGrp="1"/>
          </p:cNvSpPr>
          <p:nvPr/>
        </p:nvSpPr>
        <p:spPr>
          <a:xfrm>
            <a:off x="7900416" y="1508760"/>
            <a:ext cx="91440" cy="1298448"/>
          </a:xfrm>
          <a:prstGeom prst="rect">
            <a:avLst/>
          </a:prstGeom>
          <a:solidFill>
            <a:srgbClr val="3679B9"/>
          </a:solidFill>
          <a:ln w="12700">
            <a:solidFill>
              <a:srgbClr val="3679B9"/>
            </a:solidFill>
            <a:prstDash val="solid"/>
          </a:ln>
        </p:spPr>
      </p:sp>
      <p:sp>
        <p:nvSpPr>
          <p:cNvPr id="78" name="Text 75">
            <a:extLst>
              <a:ext uri="{FF2B5EF4-FFF2-40B4-BE49-F238E27FC236}">
                <a16:creationId xmlns:a16="http://schemas.microsoft.com/office/drawing/2014/main" id="{D6E1725B-2E9D-4378-A13D-3F146E6E6F08}"/>
              </a:ext>
            </a:extLst>
          </p:cNvPr>
          <p:cNvSpPr>
            <a:spLocks noGrp="1"/>
          </p:cNvSpPr>
          <p:nvPr/>
        </p:nvSpPr>
        <p:spPr>
          <a:xfrm>
            <a:off x="8156448" y="1737360"/>
            <a:ext cx="2514600" cy="32004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600" b="1">
                <a:solidFill>
                  <a:srgbClr val="153E6E"/>
                </a:solidFill>
                <a:latin typeface="Noto Sans TC"/>
                <a:ea typeface="Noto Sans TC"/>
                <a:cs typeface="Noto Sans TC"/>
              </a:rPr>
              <a:t>method_primary</a:t>
            </a:r>
          </a:p>
        </p:txBody>
      </p:sp>
      <p:sp>
        <p:nvSpPr>
          <p:cNvPr id="79" name="Text 76">
            <a:extLst>
              <a:ext uri="{FF2B5EF4-FFF2-40B4-BE49-F238E27FC236}">
                <a16:creationId xmlns:a16="http://schemas.microsoft.com/office/drawing/2014/main" id="{64FB8DB4-DFAD-4B3D-A506-F8E407510B85}"/>
              </a:ext>
            </a:extLst>
          </p:cNvPr>
          <p:cNvSpPr>
            <a:spLocks noGrp="1"/>
          </p:cNvSpPr>
          <p:nvPr/>
        </p:nvSpPr>
        <p:spPr>
          <a:xfrm>
            <a:off x="8156448" y="2203704"/>
            <a:ext cx="2496312" cy="42976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>
              <a:buNone/>
            </a:pPr>
            <a:r>
              <a:rPr sz="1250">
                <a:solidFill>
                  <a:srgbClr val="49657A"/>
                </a:solidFill>
                <a:latin typeface="Noto Sans TC"/>
                <a:ea typeface="Noto Sans TC"/>
                <a:cs typeface="Noto Sans TC"/>
              </a:rPr>
              <a:t>段落＋來源</a:t>
            </a:r>
          </a:p>
          <a:p>
            <a:pPr marL="0" indent="0">
              <a:buNone/>
            </a:pPr>
            <a:r>
              <a:rPr sz="1250">
                <a:solidFill>
                  <a:srgbClr val="49657A"/>
                </a:solidFill>
                <a:latin typeface="Noto Sans TC"/>
                <a:ea typeface="Noto Sans TC"/>
                <a:cs typeface="Noto Sans TC"/>
              </a:rPr>
              <a:t>可建立向量索引</a:t>
            </a:r>
          </a:p>
        </p:txBody>
      </p:sp>
      <p:sp>
        <p:nvSpPr>
          <p:cNvPr id="80" name="Shape 77">
            <a:extLst>
              <a:ext uri="{FF2B5EF4-FFF2-40B4-BE49-F238E27FC236}">
                <a16:creationId xmlns:a16="http://schemas.microsoft.com/office/drawing/2014/main" id="{EAEACFE6-2C5C-4123-91FC-02367BED2783}"/>
              </a:ext>
            </a:extLst>
          </p:cNvPr>
          <p:cNvSpPr>
            <a:spLocks noGrp="1"/>
          </p:cNvSpPr>
          <p:nvPr/>
        </p:nvSpPr>
        <p:spPr>
          <a:xfrm>
            <a:off x="4498848" y="3355848"/>
            <a:ext cx="297180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1" name="Shape 78">
            <a:extLst>
              <a:ext uri="{FF2B5EF4-FFF2-40B4-BE49-F238E27FC236}">
                <a16:creationId xmlns:a16="http://schemas.microsoft.com/office/drawing/2014/main" id="{D58D7F8A-E1A9-4B6D-92F8-EA747615F28F}"/>
              </a:ext>
            </a:extLst>
          </p:cNvPr>
          <p:cNvSpPr>
            <a:spLocks noGrp="1"/>
          </p:cNvSpPr>
          <p:nvPr/>
        </p:nvSpPr>
        <p:spPr>
          <a:xfrm>
            <a:off x="4498848" y="3355848"/>
            <a:ext cx="91440" cy="1298448"/>
          </a:xfrm>
          <a:prstGeom prst="rect">
            <a:avLst/>
          </a:prstGeom>
          <a:solidFill>
            <a:srgbClr val="E58A4A"/>
          </a:solidFill>
          <a:ln w="12700">
            <a:solidFill>
              <a:srgbClr val="E58A4A"/>
            </a:solidFill>
            <a:prstDash val="solid"/>
          </a:ln>
        </p:spPr>
      </p:sp>
      <p:sp>
        <p:nvSpPr>
          <p:cNvPr id="82" name="Text 79">
            <a:extLst>
              <a:ext uri="{FF2B5EF4-FFF2-40B4-BE49-F238E27FC236}">
                <a16:creationId xmlns:a16="http://schemas.microsoft.com/office/drawing/2014/main" id="{445C646F-2FBF-48E7-B176-3534B82B5D29}"/>
              </a:ext>
            </a:extLst>
          </p:cNvPr>
          <p:cNvSpPr>
            <a:spLocks noGrp="1"/>
          </p:cNvSpPr>
          <p:nvPr/>
        </p:nvSpPr>
        <p:spPr>
          <a:xfrm>
            <a:off x="4754880" y="3584448"/>
            <a:ext cx="2514600" cy="32004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600" b="1">
                <a:solidFill>
                  <a:srgbClr val="153E6E"/>
                </a:solidFill>
                <a:latin typeface="Noto Sans TC"/>
                <a:ea typeface="Noto Sans TC"/>
                <a:cs typeface="Noto Sans TC"/>
              </a:rPr>
              <a:t>research_object</a:t>
            </a:r>
          </a:p>
        </p:txBody>
      </p:sp>
      <p:sp>
        <p:nvSpPr>
          <p:cNvPr id="83" name="Text 80">
            <a:extLst>
              <a:ext uri="{FF2B5EF4-FFF2-40B4-BE49-F238E27FC236}">
                <a16:creationId xmlns:a16="http://schemas.microsoft.com/office/drawing/2014/main" id="{7D2C64EE-7292-4748-8C0D-034356E767AB}"/>
              </a:ext>
            </a:extLst>
          </p:cNvPr>
          <p:cNvSpPr>
            <a:spLocks noGrp="1"/>
          </p:cNvSpPr>
          <p:nvPr/>
        </p:nvSpPr>
        <p:spPr>
          <a:xfrm>
            <a:off x="4754880" y="4050792"/>
            <a:ext cx="2496312" cy="42976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>
              <a:buNone/>
            </a:pPr>
            <a:r>
              <a:rPr sz="1250">
                <a:solidFill>
                  <a:srgbClr val="49657A"/>
                </a:solidFill>
                <a:latin typeface="Noto Sans TC"/>
                <a:ea typeface="Noto Sans TC"/>
                <a:cs typeface="Noto Sans TC"/>
              </a:rPr>
              <a:t>段落＋來源</a:t>
            </a:r>
          </a:p>
          <a:p>
            <a:pPr marL="0" indent="0">
              <a:buNone/>
            </a:pPr>
            <a:r>
              <a:rPr sz="1250">
                <a:solidFill>
                  <a:srgbClr val="49657A"/>
                </a:solidFill>
                <a:latin typeface="Noto Sans TC"/>
                <a:ea typeface="Noto Sans TC"/>
                <a:cs typeface="Noto Sans TC"/>
              </a:rPr>
              <a:t>可建立向量索引</a:t>
            </a:r>
          </a:p>
        </p:txBody>
      </p:sp>
      <p:sp>
        <p:nvSpPr>
          <p:cNvPr id="84" name="Text 81">
            <a:extLst>
              <a:ext uri="{FF2B5EF4-FFF2-40B4-BE49-F238E27FC236}">
                <a16:creationId xmlns:a16="http://schemas.microsoft.com/office/drawing/2014/main" id="{D58B9FF8-0EB8-44E8-8265-2C693CAD4990}"/>
              </a:ext>
            </a:extLst>
          </p:cNvPr>
          <p:cNvSpPr>
            <a:spLocks noGrp="1"/>
          </p:cNvSpPr>
          <p:nvPr/>
        </p:nvSpPr>
        <p:spPr>
          <a:xfrm>
            <a:off x="1261872" y="5349240"/>
            <a:ext cx="9692640" cy="256032"/>
          </a:xfrm>
          <a:prstGeom prst="rect">
            <a:avLst/>
          </a:prstGeom>
          <a:noFill/>
        </p:spPr>
        <p:txBody>
          <a:bodyPr wrap="square" lIns="0" tIns="0" rIns="0" bIns="0" anchor="ctr">
            <a:normAutofit fontScale="93333" lnSpcReduction="10000"/>
          </a:bodyPr>
          <a:lstStyle/>
          <a:p>
            <a:pPr marL="0" indent="0" algn="ctr">
              <a:buNone/>
            </a:pPr>
            <a:r>
              <a:rPr sz="1800" b="1">
                <a:solidFill>
                  <a:srgbClr val="153E6E"/>
                </a:solidFill>
                <a:latin typeface="Noto Sans TC"/>
                <a:ea typeface="Noto Sans TC"/>
                <a:cs typeface="Noto Sans TC"/>
              </a:rPr>
              <a:t>先看全體比例，再比較北科／雲科與碩士／博士差異。</a:t>
            </a:r>
          </a:p>
        </p:txBody>
      </p:sp>
      <p:sp>
        <p:nvSpPr>
          <p:cNvPr id="85" name="Text 82">
            <a:extLst>
              <a:ext uri="{FF2B5EF4-FFF2-40B4-BE49-F238E27FC236}">
                <a16:creationId xmlns:a16="http://schemas.microsoft.com/office/drawing/2014/main" id="{2320780D-14F2-44B3-9B11-404AE8215C1F}"/>
              </a:ext>
            </a:extLst>
          </p:cNvPr>
          <p:cNvSpPr>
            <a:spLocks noGrp="1"/>
          </p:cNvSpPr>
          <p:nvPr/>
        </p:nvSpPr>
        <p:spPr>
          <a:xfrm>
            <a:off x="987552" y="5687568"/>
            <a:ext cx="10149840" cy="182880"/>
          </a:xfrm>
          <a:prstGeom prst="rect">
            <a:avLst/>
          </a:prstGeom>
          <a:noFill/>
        </p:spPr>
        <p:txBody>
          <a:bodyPr wrap="square" lIns="0" tIns="0" rIns="0" bIns="0" anchor="ctr">
            <a:normAutofit fontScale="96389" lnSpcReduction="10000"/>
          </a:bodyPr>
          <a:lstStyle/>
          <a:p>
            <a:pPr marL="0" indent="0" algn="ctr">
              <a:buNone/>
            </a:pPr>
            <a:r>
              <a:rPr sz="1350">
                <a:solidFill>
                  <a:srgbClr val="49657A"/>
                </a:solidFill>
                <a:latin typeface="Noto Sans TC"/>
                <a:ea typeface="Noto Sans TC"/>
                <a:cs typeface="Noto Sans TC"/>
              </a:rPr>
              <a:t>圖表下方保留分母、分類定義與代表證據句。</a:t>
            </a:r>
          </a:p>
        </p:txBody>
      </p:sp>
      <p:sp>
        <p:nvSpPr>
          <p:cNvPr id="90" name="矩形 89">
            <a:extLst>
              <a:ext uri="{FF2B5EF4-FFF2-40B4-BE49-F238E27FC236}">
                <a16:creationId xmlns:a16="http://schemas.microsoft.com/office/drawing/2014/main" id="{A2F8A7A1-C76F-4E64-ACC8-EA9AA7ABB2C4}"/>
              </a:ext>
            </a:extLst>
          </p:cNvPr>
          <p:cNvSpPr>
            <a:spLocks noGrp="1"/>
          </p:cNvSpPr>
          <p:nvPr/>
        </p:nvSpPr>
        <p:spPr>
          <a:xfrm>
            <a:off x="685800" y="1428750"/>
            <a:ext cx="10820400" cy="466725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</p:sp>
      <p:pic>
        <p:nvPicPr>
          <p:cNvPr id="179" name="圖形 178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685800" y="1428750"/>
            <a:ext cx="10820400" cy="4953000"/>
          </a:xfrm>
          <a:prstGeom prst="rect">
            <a:avLst/>
          </a:prstGeom>
        </p:spPr>
      </p:pic>
      <p:pic>
        <p:nvPicPr>
          <p:cNvPr id="86" name="圖片 85">
            <a:extLst>
              <a:ext uri="{FF2B5EF4-FFF2-40B4-BE49-F238E27FC236}">
                <a16:creationId xmlns:a16="http://schemas.microsoft.com/office/drawing/2014/main" id="{96C5A038-ED64-DAA0-CA0B-5BC75A61BB7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3662"/>
          <a:stretch>
            <a:fillRect/>
          </a:stretch>
        </p:blipFill>
        <p:spPr>
          <a:xfrm>
            <a:off x="130448" y="2355477"/>
            <a:ext cx="5835102" cy="2542486"/>
          </a:xfrm>
          <a:prstGeom prst="rect">
            <a:avLst/>
          </a:prstGeom>
        </p:spPr>
      </p:pic>
      <p:pic>
        <p:nvPicPr>
          <p:cNvPr id="87" name="圖片 86">
            <a:extLst>
              <a:ext uri="{FF2B5EF4-FFF2-40B4-BE49-F238E27FC236}">
                <a16:creationId xmlns:a16="http://schemas.microsoft.com/office/drawing/2014/main" id="{95A7B106-34FA-88DB-5A37-06F2F2F290D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662" b="259"/>
          <a:stretch>
            <a:fillRect/>
          </a:stretch>
        </p:blipFill>
        <p:spPr>
          <a:xfrm>
            <a:off x="5862334" y="2236770"/>
            <a:ext cx="6156295" cy="2609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9666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222235D-7F4A-42D3-A4BD-6408621DAE5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918087C-8D72-4319-A8AD-9CE8D936479A}"/>
              </a:ext>
            </a:extLst>
          </p:cNvPr>
          <p:cNvSpPr>
            <a:spLocks noGrp="1"/>
          </p:cNvSpPr>
          <p:nvPr/>
        </p:nvSpPr>
        <p:spPr>
          <a:xfrm>
            <a:off x="4572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E1250A52-B6BA-4E87-9438-5F790A757B44}"/>
              </a:ext>
            </a:extLst>
          </p:cNvPr>
          <p:cNvSpPr>
            <a:spLocks noGrp="1"/>
          </p:cNvSpPr>
          <p:nvPr/>
        </p:nvSpPr>
        <p:spPr>
          <a:xfrm>
            <a:off x="9144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6F7FFD26-41E6-424D-B370-FBC9F21C9147}"/>
              </a:ext>
            </a:extLst>
          </p:cNvPr>
          <p:cNvSpPr>
            <a:spLocks noGrp="1"/>
          </p:cNvSpPr>
          <p:nvPr/>
        </p:nvSpPr>
        <p:spPr>
          <a:xfrm>
            <a:off x="13716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9F0C1427-18D5-4962-A129-703AF6728B25}"/>
              </a:ext>
            </a:extLst>
          </p:cNvPr>
          <p:cNvSpPr>
            <a:spLocks noGrp="1"/>
          </p:cNvSpPr>
          <p:nvPr/>
        </p:nvSpPr>
        <p:spPr>
          <a:xfrm>
            <a:off x="18288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BAA8E8A1-27AD-4D1A-A484-0A8B9F719163}"/>
              </a:ext>
            </a:extLst>
          </p:cNvPr>
          <p:cNvSpPr>
            <a:spLocks noGrp="1"/>
          </p:cNvSpPr>
          <p:nvPr/>
        </p:nvSpPr>
        <p:spPr>
          <a:xfrm>
            <a:off x="22860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5CEA815A-F11D-4724-897E-0BECF100BD5C}"/>
              </a:ext>
            </a:extLst>
          </p:cNvPr>
          <p:cNvSpPr>
            <a:spLocks noGrp="1"/>
          </p:cNvSpPr>
          <p:nvPr/>
        </p:nvSpPr>
        <p:spPr>
          <a:xfrm>
            <a:off x="27432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C1BA7836-DA6B-49A8-A558-3584B0509E2E}"/>
              </a:ext>
            </a:extLst>
          </p:cNvPr>
          <p:cNvSpPr>
            <a:spLocks noGrp="1"/>
          </p:cNvSpPr>
          <p:nvPr/>
        </p:nvSpPr>
        <p:spPr>
          <a:xfrm>
            <a:off x="32004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0BB7B8D8-9C3B-4D78-B0A9-C2B7981F59AE}"/>
              </a:ext>
            </a:extLst>
          </p:cNvPr>
          <p:cNvSpPr>
            <a:spLocks noGrp="1"/>
          </p:cNvSpPr>
          <p:nvPr/>
        </p:nvSpPr>
        <p:spPr>
          <a:xfrm>
            <a:off x="36576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98DCF06B-271C-4C7A-BC4B-39BE44B61B36}"/>
              </a:ext>
            </a:extLst>
          </p:cNvPr>
          <p:cNvSpPr>
            <a:spLocks noGrp="1"/>
          </p:cNvSpPr>
          <p:nvPr/>
        </p:nvSpPr>
        <p:spPr>
          <a:xfrm>
            <a:off x="41148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6376A18E-A0AD-455C-8482-E85A7FB97FE6}"/>
              </a:ext>
            </a:extLst>
          </p:cNvPr>
          <p:cNvSpPr>
            <a:spLocks noGrp="1"/>
          </p:cNvSpPr>
          <p:nvPr/>
        </p:nvSpPr>
        <p:spPr>
          <a:xfrm>
            <a:off x="45720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3F653D5A-0099-4051-878F-D322AEC671E1}"/>
              </a:ext>
            </a:extLst>
          </p:cNvPr>
          <p:cNvSpPr>
            <a:spLocks noGrp="1"/>
          </p:cNvSpPr>
          <p:nvPr/>
        </p:nvSpPr>
        <p:spPr>
          <a:xfrm>
            <a:off x="50292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30B51BB1-EED2-46F3-B3D0-5D7DAACF4C56}"/>
              </a:ext>
            </a:extLst>
          </p:cNvPr>
          <p:cNvSpPr>
            <a:spLocks noGrp="1"/>
          </p:cNvSpPr>
          <p:nvPr/>
        </p:nvSpPr>
        <p:spPr>
          <a:xfrm>
            <a:off x="54864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6B2DFB79-8693-4D6A-B08F-73F8C52F29B1}"/>
              </a:ext>
            </a:extLst>
          </p:cNvPr>
          <p:cNvSpPr>
            <a:spLocks noGrp="1"/>
          </p:cNvSpPr>
          <p:nvPr/>
        </p:nvSpPr>
        <p:spPr>
          <a:xfrm>
            <a:off x="59436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68C49571-0195-46BA-87DB-63A7C48EF803}"/>
              </a:ext>
            </a:extLst>
          </p:cNvPr>
          <p:cNvSpPr>
            <a:spLocks noGrp="1"/>
          </p:cNvSpPr>
          <p:nvPr/>
        </p:nvSpPr>
        <p:spPr>
          <a:xfrm>
            <a:off x="64008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7789639F-E749-4BDD-AB7D-16727585BCCA}"/>
              </a:ext>
            </a:extLst>
          </p:cNvPr>
          <p:cNvSpPr>
            <a:spLocks noGrp="1"/>
          </p:cNvSpPr>
          <p:nvPr/>
        </p:nvSpPr>
        <p:spPr>
          <a:xfrm>
            <a:off x="68580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D655BDB0-E5C1-4FDC-91F3-437C8622CBA2}"/>
              </a:ext>
            </a:extLst>
          </p:cNvPr>
          <p:cNvSpPr>
            <a:spLocks noGrp="1"/>
          </p:cNvSpPr>
          <p:nvPr/>
        </p:nvSpPr>
        <p:spPr>
          <a:xfrm>
            <a:off x="73152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EAEF10E4-AE17-48E4-938B-36CED2800167}"/>
              </a:ext>
            </a:extLst>
          </p:cNvPr>
          <p:cNvSpPr>
            <a:spLocks noGrp="1"/>
          </p:cNvSpPr>
          <p:nvPr/>
        </p:nvSpPr>
        <p:spPr>
          <a:xfrm>
            <a:off x="77724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C95F127D-D7D2-40A3-B586-EE1BF6DFBC23}"/>
              </a:ext>
            </a:extLst>
          </p:cNvPr>
          <p:cNvSpPr>
            <a:spLocks noGrp="1"/>
          </p:cNvSpPr>
          <p:nvPr/>
        </p:nvSpPr>
        <p:spPr>
          <a:xfrm>
            <a:off x="82296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07AC338D-EB3F-4B8A-8DA3-467DFB162BCE}"/>
              </a:ext>
            </a:extLst>
          </p:cNvPr>
          <p:cNvSpPr>
            <a:spLocks noGrp="1"/>
          </p:cNvSpPr>
          <p:nvPr/>
        </p:nvSpPr>
        <p:spPr>
          <a:xfrm>
            <a:off x="86868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68F7CB2C-0756-4266-BA78-F83C42CCE7EC}"/>
              </a:ext>
            </a:extLst>
          </p:cNvPr>
          <p:cNvSpPr>
            <a:spLocks noGrp="1"/>
          </p:cNvSpPr>
          <p:nvPr/>
        </p:nvSpPr>
        <p:spPr>
          <a:xfrm>
            <a:off x="91440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D4E1CFF3-1A8E-4AB1-A16A-1E8BF6B01977}"/>
              </a:ext>
            </a:extLst>
          </p:cNvPr>
          <p:cNvSpPr>
            <a:spLocks noGrp="1"/>
          </p:cNvSpPr>
          <p:nvPr/>
        </p:nvSpPr>
        <p:spPr>
          <a:xfrm>
            <a:off x="96012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B76ECB5C-A2FF-4001-ABB7-802CA4EE5027}"/>
              </a:ext>
            </a:extLst>
          </p:cNvPr>
          <p:cNvSpPr>
            <a:spLocks noGrp="1"/>
          </p:cNvSpPr>
          <p:nvPr/>
        </p:nvSpPr>
        <p:spPr>
          <a:xfrm>
            <a:off x="100584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A8F10160-84E2-4EE0-B036-B74155CAAF57}"/>
              </a:ext>
            </a:extLst>
          </p:cNvPr>
          <p:cNvSpPr>
            <a:spLocks noGrp="1"/>
          </p:cNvSpPr>
          <p:nvPr/>
        </p:nvSpPr>
        <p:spPr>
          <a:xfrm>
            <a:off x="105156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D0A3DAFD-54F0-4299-BDCF-0325488391CE}"/>
              </a:ext>
            </a:extLst>
          </p:cNvPr>
          <p:cNvSpPr>
            <a:spLocks noGrp="1"/>
          </p:cNvSpPr>
          <p:nvPr/>
        </p:nvSpPr>
        <p:spPr>
          <a:xfrm>
            <a:off x="109728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7F5463B1-9B4D-4EAA-87CA-0AEB40BF8612}"/>
              </a:ext>
            </a:extLst>
          </p:cNvPr>
          <p:cNvSpPr>
            <a:spLocks noGrp="1"/>
          </p:cNvSpPr>
          <p:nvPr/>
        </p:nvSpPr>
        <p:spPr>
          <a:xfrm>
            <a:off x="114300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99544365-59BD-4D39-BEF6-543AC151EA87}"/>
              </a:ext>
            </a:extLst>
          </p:cNvPr>
          <p:cNvSpPr>
            <a:spLocks noGrp="1"/>
          </p:cNvSpPr>
          <p:nvPr/>
        </p:nvSpPr>
        <p:spPr>
          <a:xfrm>
            <a:off x="118872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D41DB0BE-4A62-42BB-B8BB-671A174F0B2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67052B90-671C-469D-9162-F9543D0C0507}"/>
              </a:ext>
            </a:extLst>
          </p:cNvPr>
          <p:cNvSpPr>
            <a:spLocks noGrp="1"/>
          </p:cNvSpPr>
          <p:nvPr/>
        </p:nvSpPr>
        <p:spPr>
          <a:xfrm>
            <a:off x="0" y="4572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31" name="Shape 29">
            <a:extLst>
              <a:ext uri="{FF2B5EF4-FFF2-40B4-BE49-F238E27FC236}">
                <a16:creationId xmlns:a16="http://schemas.microsoft.com/office/drawing/2014/main" id="{0B24724F-987F-4052-AE9C-B3EE13A7D2BD}"/>
              </a:ext>
            </a:extLst>
          </p:cNvPr>
          <p:cNvSpPr>
            <a:spLocks noGrp="1"/>
          </p:cNvSpPr>
          <p:nvPr/>
        </p:nvSpPr>
        <p:spPr>
          <a:xfrm>
            <a:off x="0" y="9144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32" name="Shape 30">
            <a:extLst>
              <a:ext uri="{FF2B5EF4-FFF2-40B4-BE49-F238E27FC236}">
                <a16:creationId xmlns:a16="http://schemas.microsoft.com/office/drawing/2014/main" id="{81B37686-E93A-44BC-80C5-9F57DD8969D8}"/>
              </a:ext>
            </a:extLst>
          </p:cNvPr>
          <p:cNvSpPr>
            <a:spLocks noGrp="1"/>
          </p:cNvSpPr>
          <p:nvPr/>
        </p:nvSpPr>
        <p:spPr>
          <a:xfrm>
            <a:off x="0" y="13716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33" name="Shape 31">
            <a:extLst>
              <a:ext uri="{FF2B5EF4-FFF2-40B4-BE49-F238E27FC236}">
                <a16:creationId xmlns:a16="http://schemas.microsoft.com/office/drawing/2014/main" id="{7F74A771-ED12-4C8E-ACD4-C7AFD4072659}"/>
              </a:ext>
            </a:extLst>
          </p:cNvPr>
          <p:cNvSpPr>
            <a:spLocks noGrp="1"/>
          </p:cNvSpPr>
          <p:nvPr/>
        </p:nvSpPr>
        <p:spPr>
          <a:xfrm>
            <a:off x="0" y="18288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34" name="Shape 32">
            <a:extLst>
              <a:ext uri="{FF2B5EF4-FFF2-40B4-BE49-F238E27FC236}">
                <a16:creationId xmlns:a16="http://schemas.microsoft.com/office/drawing/2014/main" id="{2F1E3ABB-2546-40B4-80D4-A92F00AD0FA3}"/>
              </a:ext>
            </a:extLst>
          </p:cNvPr>
          <p:cNvSpPr>
            <a:spLocks noGrp="1"/>
          </p:cNvSpPr>
          <p:nvPr/>
        </p:nvSpPr>
        <p:spPr>
          <a:xfrm>
            <a:off x="0" y="22860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35" name="Shape 33">
            <a:extLst>
              <a:ext uri="{FF2B5EF4-FFF2-40B4-BE49-F238E27FC236}">
                <a16:creationId xmlns:a16="http://schemas.microsoft.com/office/drawing/2014/main" id="{9F9389C1-F586-43D4-96F0-73466023DB74}"/>
              </a:ext>
            </a:extLst>
          </p:cNvPr>
          <p:cNvSpPr>
            <a:spLocks noGrp="1"/>
          </p:cNvSpPr>
          <p:nvPr/>
        </p:nvSpPr>
        <p:spPr>
          <a:xfrm>
            <a:off x="0" y="27432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36" name="Shape 34">
            <a:extLst>
              <a:ext uri="{FF2B5EF4-FFF2-40B4-BE49-F238E27FC236}">
                <a16:creationId xmlns:a16="http://schemas.microsoft.com/office/drawing/2014/main" id="{65077DBD-2CE7-44B0-AED0-5D46CA276506}"/>
              </a:ext>
            </a:extLst>
          </p:cNvPr>
          <p:cNvSpPr>
            <a:spLocks noGrp="1"/>
          </p:cNvSpPr>
          <p:nvPr/>
        </p:nvSpPr>
        <p:spPr>
          <a:xfrm>
            <a:off x="0" y="32004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37" name="Shape 35">
            <a:extLst>
              <a:ext uri="{FF2B5EF4-FFF2-40B4-BE49-F238E27FC236}">
                <a16:creationId xmlns:a16="http://schemas.microsoft.com/office/drawing/2014/main" id="{CC926E54-36D6-4D4F-A842-1C3E96AF2BF4}"/>
              </a:ext>
            </a:extLst>
          </p:cNvPr>
          <p:cNvSpPr>
            <a:spLocks noGrp="1"/>
          </p:cNvSpPr>
          <p:nvPr/>
        </p:nvSpPr>
        <p:spPr>
          <a:xfrm>
            <a:off x="0" y="36576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38" name="Shape 36">
            <a:extLst>
              <a:ext uri="{FF2B5EF4-FFF2-40B4-BE49-F238E27FC236}">
                <a16:creationId xmlns:a16="http://schemas.microsoft.com/office/drawing/2014/main" id="{11AA6646-FE33-43CD-BEF4-77FE467974E0}"/>
              </a:ext>
            </a:extLst>
          </p:cNvPr>
          <p:cNvSpPr>
            <a:spLocks noGrp="1"/>
          </p:cNvSpPr>
          <p:nvPr/>
        </p:nvSpPr>
        <p:spPr>
          <a:xfrm>
            <a:off x="0" y="41148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39" name="Shape 37">
            <a:extLst>
              <a:ext uri="{FF2B5EF4-FFF2-40B4-BE49-F238E27FC236}">
                <a16:creationId xmlns:a16="http://schemas.microsoft.com/office/drawing/2014/main" id="{EF3F9DA5-2368-42A3-8BCC-1F6F729D7589}"/>
              </a:ext>
            </a:extLst>
          </p:cNvPr>
          <p:cNvSpPr>
            <a:spLocks noGrp="1"/>
          </p:cNvSpPr>
          <p:nvPr/>
        </p:nvSpPr>
        <p:spPr>
          <a:xfrm>
            <a:off x="0" y="45720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40" name="Shape 38">
            <a:extLst>
              <a:ext uri="{FF2B5EF4-FFF2-40B4-BE49-F238E27FC236}">
                <a16:creationId xmlns:a16="http://schemas.microsoft.com/office/drawing/2014/main" id="{DF028568-81C9-450B-AF5E-9D4466855814}"/>
              </a:ext>
            </a:extLst>
          </p:cNvPr>
          <p:cNvSpPr>
            <a:spLocks noGrp="1"/>
          </p:cNvSpPr>
          <p:nvPr/>
        </p:nvSpPr>
        <p:spPr>
          <a:xfrm>
            <a:off x="0" y="50292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41" name="Shape 39">
            <a:extLst>
              <a:ext uri="{FF2B5EF4-FFF2-40B4-BE49-F238E27FC236}">
                <a16:creationId xmlns:a16="http://schemas.microsoft.com/office/drawing/2014/main" id="{43170372-3708-4B46-80DE-43744CE6AFE2}"/>
              </a:ext>
            </a:extLst>
          </p:cNvPr>
          <p:cNvSpPr>
            <a:spLocks noGrp="1"/>
          </p:cNvSpPr>
          <p:nvPr/>
        </p:nvSpPr>
        <p:spPr>
          <a:xfrm>
            <a:off x="0" y="54864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42" name="Shape 40">
            <a:extLst>
              <a:ext uri="{FF2B5EF4-FFF2-40B4-BE49-F238E27FC236}">
                <a16:creationId xmlns:a16="http://schemas.microsoft.com/office/drawing/2014/main" id="{E73646A0-DD33-4ACA-9D2B-27C0A6F60B39}"/>
              </a:ext>
            </a:extLst>
          </p:cNvPr>
          <p:cNvSpPr>
            <a:spLocks noGrp="1"/>
          </p:cNvSpPr>
          <p:nvPr/>
        </p:nvSpPr>
        <p:spPr>
          <a:xfrm>
            <a:off x="0" y="59436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43" name="Shape 41">
            <a:extLst>
              <a:ext uri="{FF2B5EF4-FFF2-40B4-BE49-F238E27FC236}">
                <a16:creationId xmlns:a16="http://schemas.microsoft.com/office/drawing/2014/main" id="{71D0E0CE-58BD-48BB-A531-A2CDE143DFA5}"/>
              </a:ext>
            </a:extLst>
          </p:cNvPr>
          <p:cNvSpPr>
            <a:spLocks noGrp="1"/>
          </p:cNvSpPr>
          <p:nvPr/>
        </p:nvSpPr>
        <p:spPr>
          <a:xfrm>
            <a:off x="0" y="64008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44" name="Shape 42">
            <a:extLst>
              <a:ext uri="{FF2B5EF4-FFF2-40B4-BE49-F238E27FC236}">
                <a16:creationId xmlns:a16="http://schemas.microsoft.com/office/drawing/2014/main" id="{5E808386-935D-4C83-85AD-4EF532278738}"/>
              </a:ext>
            </a:extLst>
          </p:cNvPr>
          <p:cNvSpPr>
            <a:spLocks noGrp="1"/>
          </p:cNvSpPr>
          <p:nvPr/>
        </p:nvSpPr>
        <p:spPr>
          <a:xfrm>
            <a:off x="0" y="68580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pic>
        <p:nvPicPr>
          <p:cNvPr id="124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1904" y="164592"/>
            <a:ext cx="1024128" cy="265176"/>
          </a:xfrm>
          <a:prstGeom prst="rect">
            <a:avLst/>
          </a:prstGeom>
        </p:spPr>
      </p:pic>
      <p:sp>
        <p:nvSpPr>
          <p:cNvPr id="46" name="Text 43">
            <a:extLst>
              <a:ext uri="{FF2B5EF4-FFF2-40B4-BE49-F238E27FC236}">
                <a16:creationId xmlns:a16="http://schemas.microsoft.com/office/drawing/2014/main" id="{FF58214C-35F2-4633-AADB-62AD2B7CF873}"/>
              </a:ext>
            </a:extLst>
          </p:cNvPr>
          <p:cNvSpPr>
            <a:spLocks noGrp="1"/>
          </p:cNvSpPr>
          <p:nvPr/>
        </p:nvSpPr>
        <p:spPr>
          <a:xfrm>
            <a:off x="566928" y="402336"/>
            <a:ext cx="6766560" cy="21945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000" b="1">
                <a:solidFill>
                  <a:srgbClr val="49657A"/>
                </a:solidFill>
                <a:latin typeface="Noto Sans TC"/>
                <a:ea typeface="Noto Sans TC"/>
                <a:cs typeface="Noto Sans TC"/>
              </a:rPr>
              <a:t>下午｜校務章則 RAG</a:t>
            </a:r>
          </a:p>
        </p:txBody>
      </p:sp>
      <p:sp>
        <p:nvSpPr>
          <p:cNvPr id="47" name="Text 44">
            <a:extLst>
              <a:ext uri="{FF2B5EF4-FFF2-40B4-BE49-F238E27FC236}">
                <a16:creationId xmlns:a16="http://schemas.microsoft.com/office/drawing/2014/main" id="{DB7A9C7A-0348-4928-A42B-2913FB60574E}"/>
              </a:ext>
            </a:extLst>
          </p:cNvPr>
          <p:cNvSpPr>
            <a:spLocks noGrp="1"/>
          </p:cNvSpPr>
          <p:nvPr/>
        </p:nvSpPr>
        <p:spPr>
          <a:xfrm>
            <a:off x="566928" y="667512"/>
            <a:ext cx="9692640" cy="59436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r>
              <a:rPr lang="zh-TW" altLang="en-US" sz="3200" b="1" dirty="0">
                <a:solidFill>
                  <a:srgbClr val="153E6E"/>
                </a:solidFill>
                <a:ea typeface="Noto Sans TC"/>
                <a:cs typeface="Noto Sans TC"/>
              </a:rPr>
              <a:t>校務章則 </a:t>
            </a:r>
            <a:r>
              <a:rPr lang="en-US" altLang="zh-TW" sz="3200" b="1" dirty="0">
                <a:solidFill>
                  <a:srgbClr val="153E6E"/>
                </a:solidFill>
                <a:ea typeface="Noto Sans TC"/>
                <a:cs typeface="Noto Sans TC"/>
              </a:rPr>
              <a:t>RAG</a:t>
            </a:r>
            <a:endParaRPr sz="3200" b="1" dirty="0">
              <a:solidFill>
                <a:srgbClr val="153E6E"/>
              </a:solidFill>
              <a:latin typeface="Noto Sans TC"/>
              <a:ea typeface="Noto Sans TC"/>
              <a:cs typeface="Noto Sans TC"/>
            </a:endParaRPr>
          </a:p>
        </p:txBody>
      </p:sp>
      <p:sp>
        <p:nvSpPr>
          <p:cNvPr id="48" name="Shape 45">
            <a:extLst>
              <a:ext uri="{FF2B5EF4-FFF2-40B4-BE49-F238E27FC236}">
                <a16:creationId xmlns:a16="http://schemas.microsoft.com/office/drawing/2014/main" id="{0AFD4DDA-3A72-495E-BE61-EA7FF7B63BA5}"/>
              </a:ext>
            </a:extLst>
          </p:cNvPr>
          <p:cNvSpPr>
            <a:spLocks noGrp="1"/>
          </p:cNvSpPr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8255">
            <a:solidFill>
              <a:srgbClr val="D7E3EC"/>
            </a:solidFill>
            <a:prstDash val="solid"/>
          </a:ln>
        </p:spPr>
      </p:sp>
      <p:sp>
        <p:nvSpPr>
          <p:cNvPr id="49" name="Text 46">
            <a:extLst>
              <a:ext uri="{FF2B5EF4-FFF2-40B4-BE49-F238E27FC236}">
                <a16:creationId xmlns:a16="http://schemas.microsoft.com/office/drawing/2014/main" id="{DE3DE381-DB22-4373-BF09-12B91BDE28E8}"/>
              </a:ext>
            </a:extLst>
          </p:cNvPr>
          <p:cNvSpPr>
            <a:spLocks noGrp="1"/>
          </p:cNvSpPr>
          <p:nvPr/>
        </p:nvSpPr>
        <p:spPr>
          <a:xfrm>
            <a:off x="530352" y="6510528"/>
            <a:ext cx="3200400" cy="18288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850" b="1">
                <a:solidFill>
                  <a:srgbClr val="6F8291"/>
                </a:solidFill>
                <a:latin typeface="Noto Sans TC"/>
                <a:ea typeface="Noto Sans TC"/>
                <a:cs typeface="Noto Sans TC"/>
              </a:rPr>
              <a:t>OPENING</a:t>
            </a:r>
          </a:p>
        </p:txBody>
      </p:sp>
      <p:sp>
        <p:nvSpPr>
          <p:cNvPr id="50" name="Text 47">
            <a:extLst>
              <a:ext uri="{FF2B5EF4-FFF2-40B4-BE49-F238E27FC236}">
                <a16:creationId xmlns:a16="http://schemas.microsoft.com/office/drawing/2014/main" id="{2ACEB5DD-0917-4803-915C-61720F428C21}"/>
              </a:ext>
            </a:extLst>
          </p:cNvPr>
          <p:cNvSpPr>
            <a:spLocks noGrp="1"/>
          </p:cNvSpPr>
          <p:nvPr/>
        </p:nvSpPr>
        <p:spPr>
          <a:xfrm>
            <a:off x="11064240" y="6473952"/>
            <a:ext cx="548640" cy="20116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r">
              <a:buNone/>
            </a:pPr>
            <a:r>
              <a:rPr sz="1000" b="1">
                <a:solidFill>
                  <a:srgbClr val="6F8291"/>
                </a:solidFill>
                <a:latin typeface="Noto Sans TC"/>
                <a:ea typeface="Noto Sans TC"/>
                <a:cs typeface="Noto Sans TC"/>
              </a:rPr>
              <a:t>02</a:t>
            </a:r>
          </a:p>
        </p:txBody>
      </p:sp>
      <p:sp>
        <p:nvSpPr>
          <p:cNvPr id="51" name="Shape 48">
            <a:extLst>
              <a:ext uri="{FF2B5EF4-FFF2-40B4-BE49-F238E27FC236}">
                <a16:creationId xmlns:a16="http://schemas.microsoft.com/office/drawing/2014/main" id="{2713F571-B3C8-4F96-AA2C-5F682BA51CE0}"/>
              </a:ext>
            </a:extLst>
          </p:cNvPr>
          <p:cNvSpPr>
            <a:spLocks noGrp="1"/>
          </p:cNvSpPr>
          <p:nvPr/>
        </p:nvSpPr>
        <p:spPr>
          <a:xfrm>
            <a:off x="6419088" y="6492240"/>
            <a:ext cx="164592" cy="164592"/>
          </a:xfrm>
          <a:prstGeom prst="ellipse">
            <a:avLst/>
          </a:prstGeom>
          <a:solidFill>
            <a:srgbClr val="3679B9"/>
          </a:solidFill>
          <a:ln w="12700">
            <a:solidFill>
              <a:srgbClr val="3679B9"/>
            </a:solidFill>
            <a:prstDash val="solid"/>
          </a:ln>
        </p:spPr>
      </p:sp>
      <p:sp>
        <p:nvSpPr>
          <p:cNvPr id="52" name="Text 49">
            <a:extLst>
              <a:ext uri="{FF2B5EF4-FFF2-40B4-BE49-F238E27FC236}">
                <a16:creationId xmlns:a16="http://schemas.microsoft.com/office/drawing/2014/main" id="{78BEE00E-94B1-4D7D-B88B-5FBC989428D8}"/>
              </a:ext>
            </a:extLst>
          </p:cNvPr>
          <p:cNvSpPr>
            <a:spLocks noGrp="1"/>
          </p:cNvSpPr>
          <p:nvPr/>
        </p:nvSpPr>
        <p:spPr>
          <a:xfrm>
            <a:off x="6629400" y="6496812"/>
            <a:ext cx="164592" cy="14630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750" b="1">
                <a:solidFill>
                  <a:srgbClr val="6F8291"/>
                </a:solidFill>
                <a:latin typeface="Noto Sans TC"/>
                <a:ea typeface="Noto Sans TC"/>
                <a:cs typeface="Noto Sans TC"/>
              </a:rPr>
              <a:t>S</a:t>
            </a:r>
          </a:p>
        </p:txBody>
      </p:sp>
      <p:sp>
        <p:nvSpPr>
          <p:cNvPr id="53" name="Shape 50">
            <a:extLst>
              <a:ext uri="{FF2B5EF4-FFF2-40B4-BE49-F238E27FC236}">
                <a16:creationId xmlns:a16="http://schemas.microsoft.com/office/drawing/2014/main" id="{21F168E1-5D88-496A-AE9C-AB93CF57DDF5}"/>
              </a:ext>
            </a:extLst>
          </p:cNvPr>
          <p:cNvSpPr>
            <a:spLocks noGrp="1"/>
          </p:cNvSpPr>
          <p:nvPr/>
        </p:nvSpPr>
        <p:spPr>
          <a:xfrm>
            <a:off x="6986016" y="6492240"/>
            <a:ext cx="164592" cy="164592"/>
          </a:xfrm>
          <a:prstGeom prst="ellipse">
            <a:avLst/>
          </a:prstGeom>
          <a:solidFill>
            <a:srgbClr val="E8F1F8"/>
          </a:solidFill>
          <a:ln w="12700">
            <a:solidFill>
              <a:srgbClr val="E8F1F8"/>
            </a:solidFill>
            <a:prstDash val="solid"/>
          </a:ln>
        </p:spPr>
      </p:sp>
      <p:sp>
        <p:nvSpPr>
          <p:cNvPr id="54" name="Text 51">
            <a:extLst>
              <a:ext uri="{FF2B5EF4-FFF2-40B4-BE49-F238E27FC236}">
                <a16:creationId xmlns:a16="http://schemas.microsoft.com/office/drawing/2014/main" id="{BF6AD6F3-697E-4EA1-8E34-4FCB3D9CFAAE}"/>
              </a:ext>
            </a:extLst>
          </p:cNvPr>
          <p:cNvSpPr>
            <a:spLocks noGrp="1"/>
          </p:cNvSpPr>
          <p:nvPr/>
        </p:nvSpPr>
        <p:spPr>
          <a:xfrm>
            <a:off x="7196328" y="6496812"/>
            <a:ext cx="164592" cy="14630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750" b="1">
                <a:solidFill>
                  <a:srgbClr val="6F8291"/>
                </a:solidFill>
                <a:latin typeface="Noto Sans TC"/>
                <a:ea typeface="Noto Sans TC"/>
                <a:cs typeface="Noto Sans TC"/>
              </a:rPr>
              <a:t>C</a:t>
            </a:r>
          </a:p>
        </p:txBody>
      </p:sp>
      <p:sp>
        <p:nvSpPr>
          <p:cNvPr id="55" name="Shape 52">
            <a:extLst>
              <a:ext uri="{FF2B5EF4-FFF2-40B4-BE49-F238E27FC236}">
                <a16:creationId xmlns:a16="http://schemas.microsoft.com/office/drawing/2014/main" id="{75D99E90-9128-4CE0-9E48-95DD3178CAB2}"/>
              </a:ext>
            </a:extLst>
          </p:cNvPr>
          <p:cNvSpPr>
            <a:spLocks noGrp="1"/>
          </p:cNvSpPr>
          <p:nvPr/>
        </p:nvSpPr>
        <p:spPr>
          <a:xfrm>
            <a:off x="7552944" y="6492240"/>
            <a:ext cx="164592" cy="164592"/>
          </a:xfrm>
          <a:prstGeom prst="ellipse">
            <a:avLst/>
          </a:prstGeom>
          <a:solidFill>
            <a:srgbClr val="E8F1F8"/>
          </a:solidFill>
          <a:ln w="12700">
            <a:solidFill>
              <a:srgbClr val="E8F1F8"/>
            </a:solidFill>
            <a:prstDash val="solid"/>
          </a:ln>
        </p:spPr>
      </p:sp>
      <p:sp>
        <p:nvSpPr>
          <p:cNvPr id="56" name="Text 53">
            <a:extLst>
              <a:ext uri="{FF2B5EF4-FFF2-40B4-BE49-F238E27FC236}">
                <a16:creationId xmlns:a16="http://schemas.microsoft.com/office/drawing/2014/main" id="{A3DC7A24-A404-44E0-86BA-05F23A942B25}"/>
              </a:ext>
            </a:extLst>
          </p:cNvPr>
          <p:cNvSpPr>
            <a:spLocks noGrp="1"/>
          </p:cNvSpPr>
          <p:nvPr/>
        </p:nvSpPr>
        <p:spPr>
          <a:xfrm>
            <a:off x="7763256" y="6496812"/>
            <a:ext cx="164592" cy="14630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750" b="1">
                <a:solidFill>
                  <a:srgbClr val="6F8291"/>
                </a:solidFill>
                <a:latin typeface="Noto Sans TC"/>
                <a:ea typeface="Noto Sans TC"/>
                <a:cs typeface="Noto Sans TC"/>
              </a:rPr>
              <a:t>P</a:t>
            </a:r>
          </a:p>
        </p:txBody>
      </p:sp>
      <p:sp>
        <p:nvSpPr>
          <p:cNvPr id="57" name="Shape 54">
            <a:extLst>
              <a:ext uri="{FF2B5EF4-FFF2-40B4-BE49-F238E27FC236}">
                <a16:creationId xmlns:a16="http://schemas.microsoft.com/office/drawing/2014/main" id="{3341DF2E-DA14-42E8-9DB0-6194490309BA}"/>
              </a:ext>
            </a:extLst>
          </p:cNvPr>
          <p:cNvSpPr>
            <a:spLocks noGrp="1"/>
          </p:cNvSpPr>
          <p:nvPr/>
        </p:nvSpPr>
        <p:spPr>
          <a:xfrm>
            <a:off x="8119872" y="6492240"/>
            <a:ext cx="164592" cy="164592"/>
          </a:xfrm>
          <a:prstGeom prst="ellipse">
            <a:avLst/>
          </a:prstGeom>
          <a:solidFill>
            <a:srgbClr val="E8F1F8"/>
          </a:solidFill>
          <a:ln w="12700">
            <a:solidFill>
              <a:srgbClr val="E8F1F8"/>
            </a:solidFill>
            <a:prstDash val="solid"/>
          </a:ln>
        </p:spPr>
      </p:sp>
      <p:sp>
        <p:nvSpPr>
          <p:cNvPr id="58" name="Text 55">
            <a:extLst>
              <a:ext uri="{FF2B5EF4-FFF2-40B4-BE49-F238E27FC236}">
                <a16:creationId xmlns:a16="http://schemas.microsoft.com/office/drawing/2014/main" id="{40E1B3D3-D57E-420A-B190-628726F6F8E2}"/>
              </a:ext>
            </a:extLst>
          </p:cNvPr>
          <p:cNvSpPr>
            <a:spLocks noGrp="1"/>
          </p:cNvSpPr>
          <p:nvPr/>
        </p:nvSpPr>
        <p:spPr>
          <a:xfrm>
            <a:off x="8330184" y="6496812"/>
            <a:ext cx="164592" cy="14630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750" b="1">
                <a:solidFill>
                  <a:srgbClr val="6F8291"/>
                </a:solidFill>
                <a:latin typeface="Noto Sans TC"/>
                <a:ea typeface="Noto Sans TC"/>
                <a:cs typeface="Noto Sans TC"/>
              </a:rPr>
              <a:t>A</a:t>
            </a:r>
          </a:p>
        </p:txBody>
      </p:sp>
      <p:sp>
        <p:nvSpPr>
          <p:cNvPr id="59" name="Shape 56">
            <a:extLst>
              <a:ext uri="{FF2B5EF4-FFF2-40B4-BE49-F238E27FC236}">
                <a16:creationId xmlns:a16="http://schemas.microsoft.com/office/drawing/2014/main" id="{E0069D7C-AF3B-48B6-9737-CADB259A4611}"/>
              </a:ext>
            </a:extLst>
          </p:cNvPr>
          <p:cNvSpPr>
            <a:spLocks noGrp="1"/>
          </p:cNvSpPr>
          <p:nvPr/>
        </p:nvSpPr>
        <p:spPr>
          <a:xfrm>
            <a:off x="8686800" y="6492240"/>
            <a:ext cx="164592" cy="164592"/>
          </a:xfrm>
          <a:prstGeom prst="ellipse">
            <a:avLst/>
          </a:prstGeom>
          <a:solidFill>
            <a:srgbClr val="E8F1F8"/>
          </a:solidFill>
          <a:ln w="12700">
            <a:solidFill>
              <a:srgbClr val="E8F1F8"/>
            </a:solidFill>
            <a:prstDash val="solid"/>
          </a:ln>
        </p:spPr>
      </p:sp>
      <p:sp>
        <p:nvSpPr>
          <p:cNvPr id="60" name="Text 57">
            <a:extLst>
              <a:ext uri="{FF2B5EF4-FFF2-40B4-BE49-F238E27FC236}">
                <a16:creationId xmlns:a16="http://schemas.microsoft.com/office/drawing/2014/main" id="{83A3C446-77A7-4112-941E-94016B2EAA20}"/>
              </a:ext>
            </a:extLst>
          </p:cNvPr>
          <p:cNvSpPr>
            <a:spLocks noGrp="1"/>
          </p:cNvSpPr>
          <p:nvPr/>
        </p:nvSpPr>
        <p:spPr>
          <a:xfrm>
            <a:off x="8897112" y="6496812"/>
            <a:ext cx="164592" cy="14630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750" b="1">
                <a:solidFill>
                  <a:srgbClr val="6F8291"/>
                </a:solidFill>
                <a:latin typeface="Noto Sans TC"/>
                <a:ea typeface="Noto Sans TC"/>
                <a:cs typeface="Noto Sans TC"/>
              </a:rPr>
              <a:t>R</a:t>
            </a:r>
          </a:p>
        </p:txBody>
      </p:sp>
      <p:sp>
        <p:nvSpPr>
          <p:cNvPr id="61" name="Shape 58">
            <a:extLst>
              <a:ext uri="{FF2B5EF4-FFF2-40B4-BE49-F238E27FC236}">
                <a16:creationId xmlns:a16="http://schemas.microsoft.com/office/drawing/2014/main" id="{DA8D344B-4D95-4A85-86C8-1084990AB8D3}"/>
              </a:ext>
            </a:extLst>
          </p:cNvPr>
          <p:cNvSpPr>
            <a:spLocks noGrp="1"/>
          </p:cNvSpPr>
          <p:nvPr/>
        </p:nvSpPr>
        <p:spPr>
          <a:xfrm>
            <a:off x="9253728" y="6492240"/>
            <a:ext cx="164592" cy="164592"/>
          </a:xfrm>
          <a:prstGeom prst="ellipse">
            <a:avLst/>
          </a:prstGeom>
          <a:solidFill>
            <a:srgbClr val="E8F1F8"/>
          </a:solidFill>
          <a:ln w="12700">
            <a:solidFill>
              <a:srgbClr val="E8F1F8"/>
            </a:solidFill>
            <a:prstDash val="solid"/>
          </a:ln>
        </p:spPr>
      </p:sp>
      <p:sp>
        <p:nvSpPr>
          <p:cNvPr id="62" name="Text 59">
            <a:extLst>
              <a:ext uri="{FF2B5EF4-FFF2-40B4-BE49-F238E27FC236}">
                <a16:creationId xmlns:a16="http://schemas.microsoft.com/office/drawing/2014/main" id="{D4BBC432-C5A3-4BD3-AD0F-90F41037C854}"/>
              </a:ext>
            </a:extLst>
          </p:cNvPr>
          <p:cNvSpPr>
            <a:spLocks noGrp="1"/>
          </p:cNvSpPr>
          <p:nvPr/>
        </p:nvSpPr>
        <p:spPr>
          <a:xfrm>
            <a:off x="9464040" y="6496812"/>
            <a:ext cx="164592" cy="14630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750" b="1">
                <a:solidFill>
                  <a:srgbClr val="6F8291"/>
                </a:solidFill>
                <a:latin typeface="Noto Sans TC"/>
                <a:ea typeface="Noto Sans TC"/>
                <a:cs typeface="Noto Sans TC"/>
              </a:rPr>
              <a:t>I</a:t>
            </a:r>
          </a:p>
        </p:txBody>
      </p:sp>
      <p:sp>
        <p:nvSpPr>
          <p:cNvPr id="63" name="Shape 60">
            <a:extLst>
              <a:ext uri="{FF2B5EF4-FFF2-40B4-BE49-F238E27FC236}">
                <a16:creationId xmlns:a16="http://schemas.microsoft.com/office/drawing/2014/main" id="{AFB63AC1-7726-4AAE-8D85-A0428F0A09E2}"/>
              </a:ext>
            </a:extLst>
          </p:cNvPr>
          <p:cNvSpPr>
            <a:spLocks noGrp="1"/>
          </p:cNvSpPr>
          <p:nvPr/>
        </p:nvSpPr>
        <p:spPr>
          <a:xfrm>
            <a:off x="685800" y="1417320"/>
            <a:ext cx="5084064" cy="1389888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4" name="Shape 61">
            <a:extLst>
              <a:ext uri="{FF2B5EF4-FFF2-40B4-BE49-F238E27FC236}">
                <a16:creationId xmlns:a16="http://schemas.microsoft.com/office/drawing/2014/main" id="{8ECCCBE8-1C0A-4EA7-B749-252007DC4F03}"/>
              </a:ext>
            </a:extLst>
          </p:cNvPr>
          <p:cNvSpPr>
            <a:spLocks noGrp="1"/>
          </p:cNvSpPr>
          <p:nvPr/>
        </p:nvSpPr>
        <p:spPr>
          <a:xfrm>
            <a:off x="685800" y="1417320"/>
            <a:ext cx="91440" cy="1389888"/>
          </a:xfrm>
          <a:prstGeom prst="rect">
            <a:avLst/>
          </a:prstGeom>
          <a:solidFill>
            <a:srgbClr val="3679B9"/>
          </a:solidFill>
          <a:ln w="12700">
            <a:solidFill>
              <a:srgbClr val="3679B9"/>
            </a:solidFill>
            <a:prstDash val="solid"/>
          </a:ln>
        </p:spPr>
      </p:sp>
      <p:sp>
        <p:nvSpPr>
          <p:cNvPr id="65" name="Text 62">
            <a:extLst>
              <a:ext uri="{FF2B5EF4-FFF2-40B4-BE49-F238E27FC236}">
                <a16:creationId xmlns:a16="http://schemas.microsoft.com/office/drawing/2014/main" id="{E0A4FCFC-8C55-4AE5-88ED-2602A84D6CD7}"/>
              </a:ext>
            </a:extLst>
          </p:cNvPr>
          <p:cNvSpPr>
            <a:spLocks noGrp="1"/>
          </p:cNvSpPr>
          <p:nvPr/>
        </p:nvSpPr>
        <p:spPr>
          <a:xfrm>
            <a:off x="941832" y="1645920"/>
            <a:ext cx="4626864" cy="32004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800" b="1">
                <a:solidFill>
                  <a:srgbClr val="153E6E"/>
                </a:solidFill>
                <a:latin typeface="Noto Sans TC"/>
                <a:ea typeface="Noto Sans TC"/>
                <a:cs typeface="Noto Sans TC"/>
              </a:rPr>
              <a:t>4 份校務原始文件</a:t>
            </a:r>
          </a:p>
        </p:txBody>
      </p:sp>
      <p:sp>
        <p:nvSpPr>
          <p:cNvPr id="66" name="Text 63">
            <a:extLst>
              <a:ext uri="{FF2B5EF4-FFF2-40B4-BE49-F238E27FC236}">
                <a16:creationId xmlns:a16="http://schemas.microsoft.com/office/drawing/2014/main" id="{EB003F0A-77AC-4DBE-BFAC-9575C7CFDFBC}"/>
              </a:ext>
            </a:extLst>
          </p:cNvPr>
          <p:cNvSpPr>
            <a:spLocks noGrp="1"/>
          </p:cNvSpPr>
          <p:nvPr/>
        </p:nvSpPr>
        <p:spPr>
          <a:xfrm>
            <a:off x="941832" y="2112264"/>
            <a:ext cx="4608576" cy="52120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>
              <a:buNone/>
            </a:pPr>
            <a:r>
              <a:rPr sz="1600" dirty="0">
                <a:solidFill>
                  <a:srgbClr val="49657A"/>
                </a:solidFill>
                <a:latin typeface="Noto Sans TC"/>
                <a:ea typeface="Noto Sans TC"/>
                <a:cs typeface="Noto Sans TC"/>
              </a:rPr>
              <a:t>DOCX、PDF、HTML；
</a:t>
            </a:r>
            <a:r>
              <a:rPr sz="1600" dirty="0" err="1">
                <a:solidFill>
                  <a:srgbClr val="49657A"/>
                </a:solidFill>
                <a:latin typeface="Noto Sans TC"/>
                <a:ea typeface="Noto Sans TC"/>
                <a:cs typeface="Noto Sans TC"/>
              </a:rPr>
              <a:t>保留來源與日期</a:t>
            </a:r>
            <a:r>
              <a:rPr sz="1600" dirty="0">
                <a:solidFill>
                  <a:srgbClr val="49657A"/>
                </a:solidFill>
                <a:latin typeface="Noto Sans TC"/>
                <a:ea typeface="Noto Sans TC"/>
                <a:cs typeface="Noto Sans TC"/>
              </a:rPr>
              <a:t>。</a:t>
            </a:r>
          </a:p>
        </p:txBody>
      </p:sp>
      <p:sp>
        <p:nvSpPr>
          <p:cNvPr id="67" name="Shape 64">
            <a:extLst>
              <a:ext uri="{FF2B5EF4-FFF2-40B4-BE49-F238E27FC236}">
                <a16:creationId xmlns:a16="http://schemas.microsoft.com/office/drawing/2014/main" id="{D291F1B5-E76B-48C1-8D91-001DA5098682}"/>
              </a:ext>
            </a:extLst>
          </p:cNvPr>
          <p:cNvSpPr>
            <a:spLocks noGrp="1"/>
          </p:cNvSpPr>
          <p:nvPr/>
        </p:nvSpPr>
        <p:spPr>
          <a:xfrm>
            <a:off x="6245352" y="1417320"/>
            <a:ext cx="5084064" cy="1389888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8" name="Shape 65">
            <a:extLst>
              <a:ext uri="{FF2B5EF4-FFF2-40B4-BE49-F238E27FC236}">
                <a16:creationId xmlns:a16="http://schemas.microsoft.com/office/drawing/2014/main" id="{57D51B17-B16A-4F1B-836D-1AE759377378}"/>
              </a:ext>
            </a:extLst>
          </p:cNvPr>
          <p:cNvSpPr>
            <a:spLocks noGrp="1"/>
          </p:cNvSpPr>
          <p:nvPr/>
        </p:nvSpPr>
        <p:spPr>
          <a:xfrm>
            <a:off x="6245352" y="1417320"/>
            <a:ext cx="91440" cy="1389888"/>
          </a:xfrm>
          <a:prstGeom prst="rect">
            <a:avLst/>
          </a:prstGeom>
          <a:solidFill>
            <a:srgbClr val="E58A4A"/>
          </a:solidFill>
          <a:ln w="12700">
            <a:solidFill>
              <a:srgbClr val="E58A4A"/>
            </a:solidFill>
            <a:prstDash val="solid"/>
          </a:ln>
        </p:spPr>
      </p:sp>
      <p:sp>
        <p:nvSpPr>
          <p:cNvPr id="69" name="Text 66">
            <a:extLst>
              <a:ext uri="{FF2B5EF4-FFF2-40B4-BE49-F238E27FC236}">
                <a16:creationId xmlns:a16="http://schemas.microsoft.com/office/drawing/2014/main" id="{A526A7B7-2A93-4DC8-85A8-2B995C68B10F}"/>
              </a:ext>
            </a:extLst>
          </p:cNvPr>
          <p:cNvSpPr>
            <a:spLocks noGrp="1"/>
          </p:cNvSpPr>
          <p:nvPr/>
        </p:nvSpPr>
        <p:spPr>
          <a:xfrm>
            <a:off x="6501384" y="1645920"/>
            <a:ext cx="4626864" cy="32004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800" b="1">
                <a:solidFill>
                  <a:srgbClr val="153E6E"/>
                </a:solidFill>
                <a:latin typeface="Noto Sans TC"/>
                <a:ea typeface="Noto Sans TC"/>
                <a:cs typeface="Noto Sans TC"/>
              </a:rPr>
              <a:t>文件品質與人工檢查</a:t>
            </a:r>
          </a:p>
        </p:txBody>
      </p:sp>
      <p:sp>
        <p:nvSpPr>
          <p:cNvPr id="70" name="Text 67">
            <a:extLst>
              <a:ext uri="{FF2B5EF4-FFF2-40B4-BE49-F238E27FC236}">
                <a16:creationId xmlns:a16="http://schemas.microsoft.com/office/drawing/2014/main" id="{8F753088-D2E0-44DD-8E21-8BA794772A33}"/>
              </a:ext>
            </a:extLst>
          </p:cNvPr>
          <p:cNvSpPr>
            <a:spLocks noGrp="1"/>
          </p:cNvSpPr>
          <p:nvPr/>
        </p:nvSpPr>
        <p:spPr>
          <a:xfrm>
            <a:off x="6501384" y="2112264"/>
            <a:ext cx="4608576" cy="52120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>
              <a:buNone/>
            </a:pPr>
            <a:r>
              <a:rPr sz="1600" dirty="0" err="1">
                <a:solidFill>
                  <a:srgbClr val="49657A"/>
                </a:solidFill>
                <a:latin typeface="Noto Sans TC"/>
                <a:ea typeface="Noto Sans TC"/>
                <a:cs typeface="Noto Sans TC"/>
              </a:rPr>
              <a:t>可閱讀才切</a:t>
            </a:r>
            <a:r>
              <a:rPr sz="1600" dirty="0">
                <a:solidFill>
                  <a:srgbClr val="49657A"/>
                </a:solidFill>
                <a:latin typeface="Noto Sans TC"/>
                <a:ea typeface="Noto Sans TC"/>
                <a:cs typeface="Noto Sans TC"/>
              </a:rPr>
              <a:t> chunks；
</a:t>
            </a:r>
            <a:r>
              <a:rPr sz="1600" dirty="0" err="1">
                <a:solidFill>
                  <a:srgbClr val="49657A"/>
                </a:solidFill>
                <a:latin typeface="Noto Sans TC"/>
                <a:ea typeface="Noto Sans TC"/>
                <a:cs typeface="Noto Sans TC"/>
              </a:rPr>
              <a:t>缺漏先人工檢查</a:t>
            </a:r>
            <a:r>
              <a:rPr sz="1600" dirty="0">
                <a:solidFill>
                  <a:srgbClr val="49657A"/>
                </a:solidFill>
                <a:latin typeface="Noto Sans TC"/>
                <a:ea typeface="Noto Sans TC"/>
                <a:cs typeface="Noto Sans TC"/>
              </a:rPr>
              <a:t>。</a:t>
            </a:r>
          </a:p>
        </p:txBody>
      </p:sp>
      <p:sp>
        <p:nvSpPr>
          <p:cNvPr id="71" name="Shape 68">
            <a:extLst>
              <a:ext uri="{FF2B5EF4-FFF2-40B4-BE49-F238E27FC236}">
                <a16:creationId xmlns:a16="http://schemas.microsoft.com/office/drawing/2014/main" id="{F25D7731-55C0-4E4F-9EA7-80358658838A}"/>
              </a:ext>
            </a:extLst>
          </p:cNvPr>
          <p:cNvSpPr>
            <a:spLocks noGrp="1"/>
          </p:cNvSpPr>
          <p:nvPr/>
        </p:nvSpPr>
        <p:spPr>
          <a:xfrm>
            <a:off x="685800" y="3264408"/>
            <a:ext cx="5084064" cy="1389888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2" name="Shape 69">
            <a:extLst>
              <a:ext uri="{FF2B5EF4-FFF2-40B4-BE49-F238E27FC236}">
                <a16:creationId xmlns:a16="http://schemas.microsoft.com/office/drawing/2014/main" id="{981BDC37-11CA-4485-8269-DA8B1952C91E}"/>
              </a:ext>
            </a:extLst>
          </p:cNvPr>
          <p:cNvSpPr>
            <a:spLocks noGrp="1"/>
          </p:cNvSpPr>
          <p:nvPr/>
        </p:nvSpPr>
        <p:spPr>
          <a:xfrm>
            <a:off x="685800" y="3264408"/>
            <a:ext cx="91440" cy="1389888"/>
          </a:xfrm>
          <a:prstGeom prst="rect">
            <a:avLst/>
          </a:prstGeom>
          <a:solidFill>
            <a:srgbClr val="E8B849"/>
          </a:solidFill>
          <a:ln w="12700">
            <a:solidFill>
              <a:srgbClr val="E8B849"/>
            </a:solidFill>
            <a:prstDash val="solid"/>
          </a:ln>
        </p:spPr>
      </p:sp>
      <p:sp>
        <p:nvSpPr>
          <p:cNvPr id="73" name="Text 70">
            <a:extLst>
              <a:ext uri="{FF2B5EF4-FFF2-40B4-BE49-F238E27FC236}">
                <a16:creationId xmlns:a16="http://schemas.microsoft.com/office/drawing/2014/main" id="{7160F489-0948-4191-B228-8C825A9B3E5D}"/>
              </a:ext>
            </a:extLst>
          </p:cNvPr>
          <p:cNvSpPr>
            <a:spLocks noGrp="1"/>
          </p:cNvSpPr>
          <p:nvPr/>
        </p:nvSpPr>
        <p:spPr>
          <a:xfrm>
            <a:off x="941832" y="3493008"/>
            <a:ext cx="4626864" cy="32004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800" b="1">
                <a:solidFill>
                  <a:srgbClr val="153E6E"/>
                </a:solidFill>
                <a:latin typeface="Noto Sans TC"/>
                <a:ea typeface="Noto Sans TC"/>
                <a:cs typeface="Noto Sans TC"/>
              </a:rPr>
              <a:t>索引與 RAG</a:t>
            </a:r>
          </a:p>
        </p:txBody>
      </p:sp>
      <p:sp>
        <p:nvSpPr>
          <p:cNvPr id="74" name="Text 71">
            <a:extLst>
              <a:ext uri="{FF2B5EF4-FFF2-40B4-BE49-F238E27FC236}">
                <a16:creationId xmlns:a16="http://schemas.microsoft.com/office/drawing/2014/main" id="{56B81944-ADB2-405A-B7F3-7F8EB6D2A552}"/>
              </a:ext>
            </a:extLst>
          </p:cNvPr>
          <p:cNvSpPr>
            <a:spLocks noGrp="1"/>
          </p:cNvSpPr>
          <p:nvPr/>
        </p:nvSpPr>
        <p:spPr>
          <a:xfrm>
            <a:off x="941832" y="3959352"/>
            <a:ext cx="4608576" cy="52120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>
              <a:buNone/>
            </a:pPr>
            <a:r>
              <a:rPr sz="1600">
                <a:solidFill>
                  <a:srgbClr val="49657A"/>
                </a:solidFill>
                <a:latin typeface="Noto Sans TC"/>
                <a:ea typeface="Noto Sans TC"/>
                <a:cs typeface="Noto Sans TC"/>
              </a:rPr>
              <a:t>embedding、檢索、
引用回答。</a:t>
            </a:r>
          </a:p>
        </p:txBody>
      </p:sp>
      <p:sp>
        <p:nvSpPr>
          <p:cNvPr id="75" name="Shape 72">
            <a:extLst>
              <a:ext uri="{FF2B5EF4-FFF2-40B4-BE49-F238E27FC236}">
                <a16:creationId xmlns:a16="http://schemas.microsoft.com/office/drawing/2014/main" id="{7E7D921D-53AE-4986-A21A-B5499ED0C789}"/>
              </a:ext>
            </a:extLst>
          </p:cNvPr>
          <p:cNvSpPr>
            <a:spLocks noGrp="1"/>
          </p:cNvSpPr>
          <p:nvPr/>
        </p:nvSpPr>
        <p:spPr>
          <a:xfrm>
            <a:off x="6245352" y="3264408"/>
            <a:ext cx="5084064" cy="1389888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6" name="Shape 73">
            <a:extLst>
              <a:ext uri="{FF2B5EF4-FFF2-40B4-BE49-F238E27FC236}">
                <a16:creationId xmlns:a16="http://schemas.microsoft.com/office/drawing/2014/main" id="{696BF4C6-4E52-4184-9DEB-DCC2F7E8FCB4}"/>
              </a:ext>
            </a:extLst>
          </p:cNvPr>
          <p:cNvSpPr>
            <a:spLocks noGrp="1"/>
          </p:cNvSpPr>
          <p:nvPr/>
        </p:nvSpPr>
        <p:spPr>
          <a:xfrm>
            <a:off x="6245352" y="3264408"/>
            <a:ext cx="91440" cy="1389888"/>
          </a:xfrm>
          <a:prstGeom prst="rect">
            <a:avLst/>
          </a:prstGeom>
          <a:solidFill>
            <a:srgbClr val="49657A"/>
          </a:solidFill>
          <a:ln w="12700">
            <a:solidFill>
              <a:srgbClr val="49657A"/>
            </a:solidFill>
            <a:prstDash val="solid"/>
          </a:ln>
        </p:spPr>
      </p:sp>
      <p:sp>
        <p:nvSpPr>
          <p:cNvPr id="77" name="Text 74">
            <a:extLst>
              <a:ext uri="{FF2B5EF4-FFF2-40B4-BE49-F238E27FC236}">
                <a16:creationId xmlns:a16="http://schemas.microsoft.com/office/drawing/2014/main" id="{DB664934-0636-48F8-8160-AFBDFB4AD889}"/>
              </a:ext>
            </a:extLst>
          </p:cNvPr>
          <p:cNvSpPr>
            <a:spLocks noGrp="1"/>
          </p:cNvSpPr>
          <p:nvPr/>
        </p:nvSpPr>
        <p:spPr>
          <a:xfrm>
            <a:off x="6501384" y="3493008"/>
            <a:ext cx="4626864" cy="32004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800" b="1">
                <a:solidFill>
                  <a:srgbClr val="153E6E"/>
                </a:solidFill>
                <a:latin typeface="Noto Sans TC"/>
                <a:ea typeface="Noto Sans TC"/>
                <a:cs typeface="Noto Sans TC"/>
              </a:rPr>
              <a:t>測試與改善</a:t>
            </a:r>
          </a:p>
        </p:txBody>
      </p:sp>
      <p:sp>
        <p:nvSpPr>
          <p:cNvPr id="78" name="Text 75">
            <a:extLst>
              <a:ext uri="{FF2B5EF4-FFF2-40B4-BE49-F238E27FC236}">
                <a16:creationId xmlns:a16="http://schemas.microsoft.com/office/drawing/2014/main" id="{6BCECF22-DE20-4B77-892D-C8DE4A794E30}"/>
              </a:ext>
            </a:extLst>
          </p:cNvPr>
          <p:cNvSpPr>
            <a:spLocks noGrp="1"/>
          </p:cNvSpPr>
          <p:nvPr/>
        </p:nvSpPr>
        <p:spPr>
          <a:xfrm>
            <a:off x="6501384" y="3959352"/>
            <a:ext cx="4608576" cy="52120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>
              <a:buNone/>
            </a:pPr>
            <a:r>
              <a:rPr sz="1600" dirty="0" err="1">
                <a:solidFill>
                  <a:srgbClr val="49657A"/>
                </a:solidFill>
                <a:latin typeface="Noto Sans TC"/>
                <a:ea typeface="Noto Sans TC"/>
                <a:cs typeface="Noto Sans TC"/>
              </a:rPr>
              <a:t>有證據回答</a:t>
            </a:r>
            <a:r>
              <a:rPr sz="1600" dirty="0">
                <a:solidFill>
                  <a:srgbClr val="49657A"/>
                </a:solidFill>
                <a:latin typeface="Noto Sans TC"/>
                <a:ea typeface="Noto Sans TC"/>
                <a:cs typeface="Noto Sans TC"/>
              </a:rPr>
              <a:t>；
</a:t>
            </a:r>
            <a:r>
              <a:rPr sz="1600" dirty="0" err="1">
                <a:solidFill>
                  <a:srgbClr val="49657A"/>
                </a:solidFill>
                <a:latin typeface="Noto Sans TC"/>
                <a:ea typeface="Noto Sans TC"/>
                <a:cs typeface="Noto Sans TC"/>
              </a:rPr>
              <a:t>資料不足就停止</a:t>
            </a:r>
            <a:r>
              <a:rPr sz="1600" dirty="0">
                <a:solidFill>
                  <a:srgbClr val="49657A"/>
                </a:solidFill>
                <a:latin typeface="Noto Sans TC"/>
                <a:ea typeface="Noto Sans TC"/>
                <a:cs typeface="Noto Sans TC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2931650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6945CDC-2F55-4673-85D1-C9082D34C01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0A96A784-E27E-4D56-8645-193FA828BE55}"/>
              </a:ext>
            </a:extLst>
          </p:cNvPr>
          <p:cNvSpPr>
            <a:spLocks noGrp="1"/>
          </p:cNvSpPr>
          <p:nvPr/>
        </p:nvSpPr>
        <p:spPr>
          <a:xfrm>
            <a:off x="4572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A387567C-2079-48FE-9077-A2748ABEAB6A}"/>
              </a:ext>
            </a:extLst>
          </p:cNvPr>
          <p:cNvSpPr>
            <a:spLocks noGrp="1"/>
          </p:cNvSpPr>
          <p:nvPr/>
        </p:nvSpPr>
        <p:spPr>
          <a:xfrm>
            <a:off x="9144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493A5528-B35E-4F2D-9BD7-476FE68B3A17}"/>
              </a:ext>
            </a:extLst>
          </p:cNvPr>
          <p:cNvSpPr>
            <a:spLocks noGrp="1"/>
          </p:cNvSpPr>
          <p:nvPr/>
        </p:nvSpPr>
        <p:spPr>
          <a:xfrm>
            <a:off x="13716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4F20FA3E-7A79-4D77-A0F2-ECF8A9FC24AE}"/>
              </a:ext>
            </a:extLst>
          </p:cNvPr>
          <p:cNvSpPr>
            <a:spLocks noGrp="1"/>
          </p:cNvSpPr>
          <p:nvPr/>
        </p:nvSpPr>
        <p:spPr>
          <a:xfrm>
            <a:off x="18288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66C2BF97-AD7D-498B-A60E-D29C5586047C}"/>
              </a:ext>
            </a:extLst>
          </p:cNvPr>
          <p:cNvSpPr>
            <a:spLocks noGrp="1"/>
          </p:cNvSpPr>
          <p:nvPr/>
        </p:nvSpPr>
        <p:spPr>
          <a:xfrm>
            <a:off x="22860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BE5D9154-BC94-4F2E-B038-31D770E1FA4A}"/>
              </a:ext>
            </a:extLst>
          </p:cNvPr>
          <p:cNvSpPr>
            <a:spLocks noGrp="1"/>
          </p:cNvSpPr>
          <p:nvPr/>
        </p:nvSpPr>
        <p:spPr>
          <a:xfrm>
            <a:off x="27432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B5DC304C-A081-428D-987B-F178F6CB0597}"/>
              </a:ext>
            </a:extLst>
          </p:cNvPr>
          <p:cNvSpPr>
            <a:spLocks noGrp="1"/>
          </p:cNvSpPr>
          <p:nvPr/>
        </p:nvSpPr>
        <p:spPr>
          <a:xfrm>
            <a:off x="32004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6197FA10-1263-4CA5-A1D5-68D091626C9C}"/>
              </a:ext>
            </a:extLst>
          </p:cNvPr>
          <p:cNvSpPr>
            <a:spLocks noGrp="1"/>
          </p:cNvSpPr>
          <p:nvPr/>
        </p:nvSpPr>
        <p:spPr>
          <a:xfrm>
            <a:off x="36576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9B19E4B3-1C2F-467A-9D66-2B8EC88314D8}"/>
              </a:ext>
            </a:extLst>
          </p:cNvPr>
          <p:cNvSpPr>
            <a:spLocks noGrp="1"/>
          </p:cNvSpPr>
          <p:nvPr/>
        </p:nvSpPr>
        <p:spPr>
          <a:xfrm>
            <a:off x="41148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99EFD1D2-8D2F-4CD3-B177-61EE2D0AAC50}"/>
              </a:ext>
            </a:extLst>
          </p:cNvPr>
          <p:cNvSpPr>
            <a:spLocks noGrp="1"/>
          </p:cNvSpPr>
          <p:nvPr/>
        </p:nvSpPr>
        <p:spPr>
          <a:xfrm>
            <a:off x="45720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8DAF4CCB-B3ED-4EE1-8B5A-525C21E8DB5B}"/>
              </a:ext>
            </a:extLst>
          </p:cNvPr>
          <p:cNvSpPr>
            <a:spLocks noGrp="1"/>
          </p:cNvSpPr>
          <p:nvPr/>
        </p:nvSpPr>
        <p:spPr>
          <a:xfrm>
            <a:off x="50292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B3685311-281A-4983-8E46-410E65039593}"/>
              </a:ext>
            </a:extLst>
          </p:cNvPr>
          <p:cNvSpPr>
            <a:spLocks noGrp="1"/>
          </p:cNvSpPr>
          <p:nvPr/>
        </p:nvSpPr>
        <p:spPr>
          <a:xfrm>
            <a:off x="54864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AE52F933-7164-44F2-9397-21D227A15B69}"/>
              </a:ext>
            </a:extLst>
          </p:cNvPr>
          <p:cNvSpPr>
            <a:spLocks noGrp="1"/>
          </p:cNvSpPr>
          <p:nvPr/>
        </p:nvSpPr>
        <p:spPr>
          <a:xfrm>
            <a:off x="59436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DA0CBDE4-7F9C-4046-A563-ED2654E99428}"/>
              </a:ext>
            </a:extLst>
          </p:cNvPr>
          <p:cNvSpPr>
            <a:spLocks noGrp="1"/>
          </p:cNvSpPr>
          <p:nvPr/>
        </p:nvSpPr>
        <p:spPr>
          <a:xfrm>
            <a:off x="64008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AAD44496-5069-4F8D-80A9-4F3DB9D453A3}"/>
              </a:ext>
            </a:extLst>
          </p:cNvPr>
          <p:cNvSpPr>
            <a:spLocks noGrp="1"/>
          </p:cNvSpPr>
          <p:nvPr/>
        </p:nvSpPr>
        <p:spPr>
          <a:xfrm>
            <a:off x="68580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17BD27A2-801E-4384-B629-A5E911A3C8D7}"/>
              </a:ext>
            </a:extLst>
          </p:cNvPr>
          <p:cNvSpPr>
            <a:spLocks noGrp="1"/>
          </p:cNvSpPr>
          <p:nvPr/>
        </p:nvSpPr>
        <p:spPr>
          <a:xfrm>
            <a:off x="73152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D8247CBE-8AAD-42C9-B6F7-767EC694AEB8}"/>
              </a:ext>
            </a:extLst>
          </p:cNvPr>
          <p:cNvSpPr>
            <a:spLocks noGrp="1"/>
          </p:cNvSpPr>
          <p:nvPr/>
        </p:nvSpPr>
        <p:spPr>
          <a:xfrm>
            <a:off x="77724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54367F40-DC2D-41E2-AE73-2D26083D2369}"/>
              </a:ext>
            </a:extLst>
          </p:cNvPr>
          <p:cNvSpPr>
            <a:spLocks noGrp="1"/>
          </p:cNvSpPr>
          <p:nvPr/>
        </p:nvSpPr>
        <p:spPr>
          <a:xfrm>
            <a:off x="82296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6DD67D3A-244A-4312-B15E-BA79D7D45970}"/>
              </a:ext>
            </a:extLst>
          </p:cNvPr>
          <p:cNvSpPr>
            <a:spLocks noGrp="1"/>
          </p:cNvSpPr>
          <p:nvPr/>
        </p:nvSpPr>
        <p:spPr>
          <a:xfrm>
            <a:off x="86868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55000ACD-963A-406A-8D9B-3C663A5119BD}"/>
              </a:ext>
            </a:extLst>
          </p:cNvPr>
          <p:cNvSpPr>
            <a:spLocks noGrp="1"/>
          </p:cNvSpPr>
          <p:nvPr/>
        </p:nvSpPr>
        <p:spPr>
          <a:xfrm>
            <a:off x="91440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CE87E079-6A2A-4833-890A-34D15BDFAD53}"/>
              </a:ext>
            </a:extLst>
          </p:cNvPr>
          <p:cNvSpPr>
            <a:spLocks noGrp="1"/>
          </p:cNvSpPr>
          <p:nvPr/>
        </p:nvSpPr>
        <p:spPr>
          <a:xfrm>
            <a:off x="96012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E7FDBBE1-E416-4D05-9885-344DDC904D3A}"/>
              </a:ext>
            </a:extLst>
          </p:cNvPr>
          <p:cNvSpPr>
            <a:spLocks noGrp="1"/>
          </p:cNvSpPr>
          <p:nvPr/>
        </p:nvSpPr>
        <p:spPr>
          <a:xfrm>
            <a:off x="100584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17BEAFFC-2F70-4366-B235-C9A14A6883AC}"/>
              </a:ext>
            </a:extLst>
          </p:cNvPr>
          <p:cNvSpPr>
            <a:spLocks noGrp="1"/>
          </p:cNvSpPr>
          <p:nvPr/>
        </p:nvSpPr>
        <p:spPr>
          <a:xfrm>
            <a:off x="105156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2F163AD6-9146-4FAD-A4EC-033A58B1C605}"/>
              </a:ext>
            </a:extLst>
          </p:cNvPr>
          <p:cNvSpPr>
            <a:spLocks noGrp="1"/>
          </p:cNvSpPr>
          <p:nvPr/>
        </p:nvSpPr>
        <p:spPr>
          <a:xfrm>
            <a:off x="109728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4514B5E7-646F-4F2C-9D62-A8211DD5D58B}"/>
              </a:ext>
            </a:extLst>
          </p:cNvPr>
          <p:cNvSpPr>
            <a:spLocks noGrp="1"/>
          </p:cNvSpPr>
          <p:nvPr/>
        </p:nvSpPr>
        <p:spPr>
          <a:xfrm>
            <a:off x="114300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C5D71DE2-72A4-422E-93E9-4AA4DBD55580}"/>
              </a:ext>
            </a:extLst>
          </p:cNvPr>
          <p:cNvSpPr>
            <a:spLocks noGrp="1"/>
          </p:cNvSpPr>
          <p:nvPr/>
        </p:nvSpPr>
        <p:spPr>
          <a:xfrm>
            <a:off x="118872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50FA3666-1486-460B-ABBB-DEBC1878ED6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12784C8D-CD3E-4CDB-AB51-3824A3EE03BD}"/>
              </a:ext>
            </a:extLst>
          </p:cNvPr>
          <p:cNvSpPr>
            <a:spLocks noGrp="1"/>
          </p:cNvSpPr>
          <p:nvPr/>
        </p:nvSpPr>
        <p:spPr>
          <a:xfrm>
            <a:off x="0" y="4572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31" name="Shape 29">
            <a:extLst>
              <a:ext uri="{FF2B5EF4-FFF2-40B4-BE49-F238E27FC236}">
                <a16:creationId xmlns:a16="http://schemas.microsoft.com/office/drawing/2014/main" id="{5D9C5228-8710-459B-823A-45302ECA8884}"/>
              </a:ext>
            </a:extLst>
          </p:cNvPr>
          <p:cNvSpPr>
            <a:spLocks noGrp="1"/>
          </p:cNvSpPr>
          <p:nvPr/>
        </p:nvSpPr>
        <p:spPr>
          <a:xfrm>
            <a:off x="0" y="9144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32" name="Shape 30">
            <a:extLst>
              <a:ext uri="{FF2B5EF4-FFF2-40B4-BE49-F238E27FC236}">
                <a16:creationId xmlns:a16="http://schemas.microsoft.com/office/drawing/2014/main" id="{D1CEAA31-55CE-478F-98F6-CD483BE4C4B1}"/>
              </a:ext>
            </a:extLst>
          </p:cNvPr>
          <p:cNvSpPr>
            <a:spLocks noGrp="1"/>
          </p:cNvSpPr>
          <p:nvPr/>
        </p:nvSpPr>
        <p:spPr>
          <a:xfrm>
            <a:off x="0" y="13716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33" name="Shape 31">
            <a:extLst>
              <a:ext uri="{FF2B5EF4-FFF2-40B4-BE49-F238E27FC236}">
                <a16:creationId xmlns:a16="http://schemas.microsoft.com/office/drawing/2014/main" id="{EFE334E6-191C-4DD4-B88C-200C2FCDD9F1}"/>
              </a:ext>
            </a:extLst>
          </p:cNvPr>
          <p:cNvSpPr>
            <a:spLocks noGrp="1"/>
          </p:cNvSpPr>
          <p:nvPr/>
        </p:nvSpPr>
        <p:spPr>
          <a:xfrm>
            <a:off x="0" y="18288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34" name="Shape 32">
            <a:extLst>
              <a:ext uri="{FF2B5EF4-FFF2-40B4-BE49-F238E27FC236}">
                <a16:creationId xmlns:a16="http://schemas.microsoft.com/office/drawing/2014/main" id="{FFD44FB4-BB50-4F0E-A220-7ECC318FA5C0}"/>
              </a:ext>
            </a:extLst>
          </p:cNvPr>
          <p:cNvSpPr>
            <a:spLocks noGrp="1"/>
          </p:cNvSpPr>
          <p:nvPr/>
        </p:nvSpPr>
        <p:spPr>
          <a:xfrm>
            <a:off x="0" y="22860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35" name="Shape 33">
            <a:extLst>
              <a:ext uri="{FF2B5EF4-FFF2-40B4-BE49-F238E27FC236}">
                <a16:creationId xmlns:a16="http://schemas.microsoft.com/office/drawing/2014/main" id="{900A7F95-6983-4373-ADF7-A6F4F405592B}"/>
              </a:ext>
            </a:extLst>
          </p:cNvPr>
          <p:cNvSpPr>
            <a:spLocks noGrp="1"/>
          </p:cNvSpPr>
          <p:nvPr/>
        </p:nvSpPr>
        <p:spPr>
          <a:xfrm>
            <a:off x="0" y="27432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36" name="Shape 34">
            <a:extLst>
              <a:ext uri="{FF2B5EF4-FFF2-40B4-BE49-F238E27FC236}">
                <a16:creationId xmlns:a16="http://schemas.microsoft.com/office/drawing/2014/main" id="{31B63C07-D2A0-46A7-ABE9-3D84212454EE}"/>
              </a:ext>
            </a:extLst>
          </p:cNvPr>
          <p:cNvSpPr>
            <a:spLocks noGrp="1"/>
          </p:cNvSpPr>
          <p:nvPr/>
        </p:nvSpPr>
        <p:spPr>
          <a:xfrm>
            <a:off x="0" y="32004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37" name="Shape 35">
            <a:extLst>
              <a:ext uri="{FF2B5EF4-FFF2-40B4-BE49-F238E27FC236}">
                <a16:creationId xmlns:a16="http://schemas.microsoft.com/office/drawing/2014/main" id="{93D06DD5-48DA-4E4E-A186-D7BF703AB69E}"/>
              </a:ext>
            </a:extLst>
          </p:cNvPr>
          <p:cNvSpPr>
            <a:spLocks noGrp="1"/>
          </p:cNvSpPr>
          <p:nvPr/>
        </p:nvSpPr>
        <p:spPr>
          <a:xfrm>
            <a:off x="0" y="36576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38" name="Shape 36">
            <a:extLst>
              <a:ext uri="{FF2B5EF4-FFF2-40B4-BE49-F238E27FC236}">
                <a16:creationId xmlns:a16="http://schemas.microsoft.com/office/drawing/2014/main" id="{3FC898A8-1A29-4A72-A8F1-EA6323D5C604}"/>
              </a:ext>
            </a:extLst>
          </p:cNvPr>
          <p:cNvSpPr>
            <a:spLocks noGrp="1"/>
          </p:cNvSpPr>
          <p:nvPr/>
        </p:nvSpPr>
        <p:spPr>
          <a:xfrm>
            <a:off x="0" y="41148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39" name="Shape 37">
            <a:extLst>
              <a:ext uri="{FF2B5EF4-FFF2-40B4-BE49-F238E27FC236}">
                <a16:creationId xmlns:a16="http://schemas.microsoft.com/office/drawing/2014/main" id="{89FD0901-4E5D-4611-89BF-DD674214C416}"/>
              </a:ext>
            </a:extLst>
          </p:cNvPr>
          <p:cNvSpPr>
            <a:spLocks noGrp="1"/>
          </p:cNvSpPr>
          <p:nvPr/>
        </p:nvSpPr>
        <p:spPr>
          <a:xfrm>
            <a:off x="0" y="45720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40" name="Shape 38">
            <a:extLst>
              <a:ext uri="{FF2B5EF4-FFF2-40B4-BE49-F238E27FC236}">
                <a16:creationId xmlns:a16="http://schemas.microsoft.com/office/drawing/2014/main" id="{26D028C0-5537-4EE0-B820-52EE243E204E}"/>
              </a:ext>
            </a:extLst>
          </p:cNvPr>
          <p:cNvSpPr>
            <a:spLocks noGrp="1"/>
          </p:cNvSpPr>
          <p:nvPr/>
        </p:nvSpPr>
        <p:spPr>
          <a:xfrm>
            <a:off x="0" y="50292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41" name="Shape 39">
            <a:extLst>
              <a:ext uri="{FF2B5EF4-FFF2-40B4-BE49-F238E27FC236}">
                <a16:creationId xmlns:a16="http://schemas.microsoft.com/office/drawing/2014/main" id="{750CBAA4-20D7-4978-B4EF-AA822EA81E9C}"/>
              </a:ext>
            </a:extLst>
          </p:cNvPr>
          <p:cNvSpPr>
            <a:spLocks noGrp="1"/>
          </p:cNvSpPr>
          <p:nvPr/>
        </p:nvSpPr>
        <p:spPr>
          <a:xfrm>
            <a:off x="0" y="54864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42" name="Shape 40">
            <a:extLst>
              <a:ext uri="{FF2B5EF4-FFF2-40B4-BE49-F238E27FC236}">
                <a16:creationId xmlns:a16="http://schemas.microsoft.com/office/drawing/2014/main" id="{4418C4F2-D0EF-4105-B9F3-C976477C41C0}"/>
              </a:ext>
            </a:extLst>
          </p:cNvPr>
          <p:cNvSpPr>
            <a:spLocks noGrp="1"/>
          </p:cNvSpPr>
          <p:nvPr/>
        </p:nvSpPr>
        <p:spPr>
          <a:xfrm>
            <a:off x="0" y="59436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43" name="Shape 41">
            <a:extLst>
              <a:ext uri="{FF2B5EF4-FFF2-40B4-BE49-F238E27FC236}">
                <a16:creationId xmlns:a16="http://schemas.microsoft.com/office/drawing/2014/main" id="{AC1DBAEA-BA82-4847-9D4A-D6D7F5021A4F}"/>
              </a:ext>
            </a:extLst>
          </p:cNvPr>
          <p:cNvSpPr>
            <a:spLocks noGrp="1"/>
          </p:cNvSpPr>
          <p:nvPr/>
        </p:nvSpPr>
        <p:spPr>
          <a:xfrm>
            <a:off x="0" y="64008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44" name="Shape 42">
            <a:extLst>
              <a:ext uri="{FF2B5EF4-FFF2-40B4-BE49-F238E27FC236}">
                <a16:creationId xmlns:a16="http://schemas.microsoft.com/office/drawing/2014/main" id="{9DD8E25E-A760-48C1-906F-4B78A3B163FB}"/>
              </a:ext>
            </a:extLst>
          </p:cNvPr>
          <p:cNvSpPr>
            <a:spLocks noGrp="1"/>
          </p:cNvSpPr>
          <p:nvPr/>
        </p:nvSpPr>
        <p:spPr>
          <a:xfrm>
            <a:off x="0" y="68580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pic>
        <p:nvPicPr>
          <p:cNvPr id="127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1904" y="164592"/>
            <a:ext cx="1024128" cy="265176"/>
          </a:xfrm>
          <a:prstGeom prst="rect">
            <a:avLst/>
          </a:prstGeom>
        </p:spPr>
      </p:pic>
      <p:sp>
        <p:nvSpPr>
          <p:cNvPr id="46" name="Text 43">
            <a:extLst>
              <a:ext uri="{FF2B5EF4-FFF2-40B4-BE49-F238E27FC236}">
                <a16:creationId xmlns:a16="http://schemas.microsoft.com/office/drawing/2014/main" id="{D1030945-869A-435F-BF56-AF51D5753F39}"/>
              </a:ext>
            </a:extLst>
          </p:cNvPr>
          <p:cNvSpPr>
            <a:spLocks noGrp="1"/>
          </p:cNvSpPr>
          <p:nvPr/>
        </p:nvSpPr>
        <p:spPr>
          <a:xfrm>
            <a:off x="566928" y="402336"/>
            <a:ext cx="6766560" cy="21945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000" b="1" dirty="0" err="1">
                <a:solidFill>
                  <a:srgbClr val="49657A"/>
                </a:solidFill>
                <a:latin typeface="Noto Sans TC"/>
                <a:ea typeface="Noto Sans TC"/>
                <a:cs typeface="Noto Sans TC"/>
              </a:rPr>
              <a:t>下午</a:t>
            </a:r>
            <a:r>
              <a:rPr lang="zh-TW" altLang="en-US" sz="1000" b="1" dirty="0">
                <a:solidFill>
                  <a:srgbClr val="49657A"/>
                </a:solidFill>
                <a:latin typeface="Noto Sans TC"/>
                <a:ea typeface="Noto Sans TC"/>
                <a:cs typeface="Noto Sans TC"/>
              </a:rPr>
              <a:t>：</a:t>
            </a:r>
            <a:r>
              <a:rPr sz="1000" b="1" dirty="0" err="1">
                <a:solidFill>
                  <a:srgbClr val="49657A"/>
                </a:solidFill>
                <a:latin typeface="Noto Sans TC"/>
                <a:ea typeface="Noto Sans TC"/>
                <a:cs typeface="Noto Sans TC"/>
              </a:rPr>
              <a:t>校務章則</a:t>
            </a:r>
            <a:r>
              <a:rPr sz="1000" b="1" dirty="0">
                <a:solidFill>
                  <a:srgbClr val="49657A"/>
                </a:solidFill>
                <a:latin typeface="Noto Sans TC"/>
                <a:ea typeface="Noto Sans TC"/>
                <a:cs typeface="Noto Sans TC"/>
              </a:rPr>
              <a:t> RAG</a:t>
            </a:r>
          </a:p>
        </p:txBody>
      </p:sp>
      <p:sp>
        <p:nvSpPr>
          <p:cNvPr id="47" name="Text 44">
            <a:extLst>
              <a:ext uri="{FF2B5EF4-FFF2-40B4-BE49-F238E27FC236}">
                <a16:creationId xmlns:a16="http://schemas.microsoft.com/office/drawing/2014/main" id="{D6807C3F-6E93-4C9E-93CB-11C94BC3B918}"/>
              </a:ext>
            </a:extLst>
          </p:cNvPr>
          <p:cNvSpPr>
            <a:spLocks noGrp="1"/>
          </p:cNvSpPr>
          <p:nvPr/>
        </p:nvSpPr>
        <p:spPr>
          <a:xfrm>
            <a:off x="566928" y="667512"/>
            <a:ext cx="9692640" cy="59436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3200" b="1">
                <a:solidFill>
                  <a:srgbClr val="153E6E"/>
                </a:solidFill>
                <a:latin typeface="Noto Sans TC"/>
                <a:ea typeface="Noto Sans TC"/>
                <a:cs typeface="Noto Sans TC"/>
              </a:rPr>
              <a:t>Step 06｜把校務原始文件轉成可引用索引</a:t>
            </a:r>
          </a:p>
        </p:txBody>
      </p:sp>
      <p:sp>
        <p:nvSpPr>
          <p:cNvPr id="48" name="Shape 45">
            <a:extLst>
              <a:ext uri="{FF2B5EF4-FFF2-40B4-BE49-F238E27FC236}">
                <a16:creationId xmlns:a16="http://schemas.microsoft.com/office/drawing/2014/main" id="{525293ED-B844-49A6-98AF-DADE15D8A61C}"/>
              </a:ext>
            </a:extLst>
          </p:cNvPr>
          <p:cNvSpPr>
            <a:spLocks noGrp="1"/>
          </p:cNvSpPr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8255">
            <a:solidFill>
              <a:srgbClr val="D7E3EC"/>
            </a:solidFill>
            <a:prstDash val="solid"/>
          </a:ln>
        </p:spPr>
      </p:sp>
      <p:sp>
        <p:nvSpPr>
          <p:cNvPr id="49" name="Text 46">
            <a:extLst>
              <a:ext uri="{FF2B5EF4-FFF2-40B4-BE49-F238E27FC236}">
                <a16:creationId xmlns:a16="http://schemas.microsoft.com/office/drawing/2014/main" id="{ECF319B3-4BFB-426F-9C4F-A2F31DB57284}"/>
              </a:ext>
            </a:extLst>
          </p:cNvPr>
          <p:cNvSpPr>
            <a:spLocks noGrp="1"/>
          </p:cNvSpPr>
          <p:nvPr/>
        </p:nvSpPr>
        <p:spPr>
          <a:xfrm>
            <a:off x="530352" y="6510528"/>
            <a:ext cx="3200400" cy="18288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850" b="1">
                <a:solidFill>
                  <a:srgbClr val="6F8291"/>
                </a:solidFill>
                <a:latin typeface="Noto Sans TC"/>
                <a:ea typeface="Noto Sans TC"/>
                <a:cs typeface="Noto Sans TC"/>
              </a:rPr>
              <a:t>RAG</a:t>
            </a:r>
          </a:p>
        </p:txBody>
      </p:sp>
      <p:sp>
        <p:nvSpPr>
          <p:cNvPr id="50" name="Text 47">
            <a:extLst>
              <a:ext uri="{FF2B5EF4-FFF2-40B4-BE49-F238E27FC236}">
                <a16:creationId xmlns:a16="http://schemas.microsoft.com/office/drawing/2014/main" id="{75B6B936-C8AF-4EC9-9F79-797DDE6B6EA9}"/>
              </a:ext>
            </a:extLst>
          </p:cNvPr>
          <p:cNvSpPr>
            <a:spLocks noGrp="1"/>
          </p:cNvSpPr>
          <p:nvPr/>
        </p:nvSpPr>
        <p:spPr>
          <a:xfrm>
            <a:off x="11064240" y="6473952"/>
            <a:ext cx="548640" cy="20116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r">
              <a:buNone/>
            </a:pPr>
            <a:r>
              <a:rPr sz="1000" b="1">
                <a:solidFill>
                  <a:srgbClr val="6F8291"/>
                </a:solidFill>
                <a:latin typeface="Noto Sans TC"/>
                <a:ea typeface="Noto Sans TC"/>
                <a:cs typeface="Noto Sans TC"/>
              </a:rPr>
              <a:t>12</a:t>
            </a:r>
          </a:p>
        </p:txBody>
      </p:sp>
      <p:sp>
        <p:nvSpPr>
          <p:cNvPr id="51" name="Shape 48">
            <a:extLst>
              <a:ext uri="{FF2B5EF4-FFF2-40B4-BE49-F238E27FC236}">
                <a16:creationId xmlns:a16="http://schemas.microsoft.com/office/drawing/2014/main" id="{DE7B317A-BE9E-4F14-BBA9-9EDF4DA6F16D}"/>
              </a:ext>
            </a:extLst>
          </p:cNvPr>
          <p:cNvSpPr>
            <a:spLocks noGrp="1"/>
          </p:cNvSpPr>
          <p:nvPr/>
        </p:nvSpPr>
        <p:spPr>
          <a:xfrm>
            <a:off x="6419088" y="6492240"/>
            <a:ext cx="164592" cy="164592"/>
          </a:xfrm>
          <a:prstGeom prst="ellipse">
            <a:avLst/>
          </a:prstGeom>
          <a:solidFill>
            <a:srgbClr val="E8F1F8"/>
          </a:solidFill>
          <a:ln w="12700">
            <a:solidFill>
              <a:srgbClr val="E8F1F8"/>
            </a:solidFill>
            <a:prstDash val="solid"/>
          </a:ln>
        </p:spPr>
      </p:sp>
      <p:sp>
        <p:nvSpPr>
          <p:cNvPr id="52" name="Text 49">
            <a:extLst>
              <a:ext uri="{FF2B5EF4-FFF2-40B4-BE49-F238E27FC236}">
                <a16:creationId xmlns:a16="http://schemas.microsoft.com/office/drawing/2014/main" id="{4DE02613-EDD9-4B61-8B38-DA4272FC4F4A}"/>
              </a:ext>
            </a:extLst>
          </p:cNvPr>
          <p:cNvSpPr>
            <a:spLocks noGrp="1"/>
          </p:cNvSpPr>
          <p:nvPr/>
        </p:nvSpPr>
        <p:spPr>
          <a:xfrm>
            <a:off x="6629400" y="6496812"/>
            <a:ext cx="164592" cy="14630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750" b="1">
                <a:solidFill>
                  <a:srgbClr val="6F8291"/>
                </a:solidFill>
                <a:latin typeface="Noto Sans TC"/>
                <a:ea typeface="Noto Sans TC"/>
                <a:cs typeface="Noto Sans TC"/>
              </a:rPr>
              <a:t>S</a:t>
            </a:r>
          </a:p>
        </p:txBody>
      </p:sp>
      <p:sp>
        <p:nvSpPr>
          <p:cNvPr id="53" name="Shape 50">
            <a:extLst>
              <a:ext uri="{FF2B5EF4-FFF2-40B4-BE49-F238E27FC236}">
                <a16:creationId xmlns:a16="http://schemas.microsoft.com/office/drawing/2014/main" id="{4191B5C3-B106-43DB-B993-10A6AD619184}"/>
              </a:ext>
            </a:extLst>
          </p:cNvPr>
          <p:cNvSpPr>
            <a:spLocks noGrp="1"/>
          </p:cNvSpPr>
          <p:nvPr/>
        </p:nvSpPr>
        <p:spPr>
          <a:xfrm>
            <a:off x="6986016" y="6492240"/>
            <a:ext cx="164592" cy="164592"/>
          </a:xfrm>
          <a:prstGeom prst="ellipse">
            <a:avLst/>
          </a:prstGeom>
          <a:solidFill>
            <a:srgbClr val="E8F1F8"/>
          </a:solidFill>
          <a:ln w="12700">
            <a:solidFill>
              <a:srgbClr val="E8F1F8"/>
            </a:solidFill>
            <a:prstDash val="solid"/>
          </a:ln>
        </p:spPr>
      </p:sp>
      <p:sp>
        <p:nvSpPr>
          <p:cNvPr id="54" name="Text 51">
            <a:extLst>
              <a:ext uri="{FF2B5EF4-FFF2-40B4-BE49-F238E27FC236}">
                <a16:creationId xmlns:a16="http://schemas.microsoft.com/office/drawing/2014/main" id="{E719CA6B-DCEE-421F-9E0F-9ACAED4F837D}"/>
              </a:ext>
            </a:extLst>
          </p:cNvPr>
          <p:cNvSpPr>
            <a:spLocks noGrp="1"/>
          </p:cNvSpPr>
          <p:nvPr/>
        </p:nvSpPr>
        <p:spPr>
          <a:xfrm>
            <a:off x="7196328" y="6496812"/>
            <a:ext cx="164592" cy="14630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750" b="1">
                <a:solidFill>
                  <a:srgbClr val="6F8291"/>
                </a:solidFill>
                <a:latin typeface="Noto Sans TC"/>
                <a:ea typeface="Noto Sans TC"/>
                <a:cs typeface="Noto Sans TC"/>
              </a:rPr>
              <a:t>C</a:t>
            </a:r>
          </a:p>
        </p:txBody>
      </p:sp>
      <p:sp>
        <p:nvSpPr>
          <p:cNvPr id="55" name="Shape 52">
            <a:extLst>
              <a:ext uri="{FF2B5EF4-FFF2-40B4-BE49-F238E27FC236}">
                <a16:creationId xmlns:a16="http://schemas.microsoft.com/office/drawing/2014/main" id="{5719066D-3CC9-4BE9-8634-BD5DAAC702F5}"/>
              </a:ext>
            </a:extLst>
          </p:cNvPr>
          <p:cNvSpPr>
            <a:spLocks noGrp="1"/>
          </p:cNvSpPr>
          <p:nvPr/>
        </p:nvSpPr>
        <p:spPr>
          <a:xfrm>
            <a:off x="7552944" y="6492240"/>
            <a:ext cx="164592" cy="164592"/>
          </a:xfrm>
          <a:prstGeom prst="ellipse">
            <a:avLst/>
          </a:prstGeom>
          <a:solidFill>
            <a:srgbClr val="E8F1F8"/>
          </a:solidFill>
          <a:ln w="12700">
            <a:solidFill>
              <a:srgbClr val="E8F1F8"/>
            </a:solidFill>
            <a:prstDash val="solid"/>
          </a:ln>
        </p:spPr>
      </p:sp>
      <p:sp>
        <p:nvSpPr>
          <p:cNvPr id="56" name="Text 53">
            <a:extLst>
              <a:ext uri="{FF2B5EF4-FFF2-40B4-BE49-F238E27FC236}">
                <a16:creationId xmlns:a16="http://schemas.microsoft.com/office/drawing/2014/main" id="{89433DAB-B957-4002-8626-2C891D3CAADA}"/>
              </a:ext>
            </a:extLst>
          </p:cNvPr>
          <p:cNvSpPr>
            <a:spLocks noGrp="1"/>
          </p:cNvSpPr>
          <p:nvPr/>
        </p:nvSpPr>
        <p:spPr>
          <a:xfrm>
            <a:off x="7763256" y="6496812"/>
            <a:ext cx="164592" cy="14630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750" b="1">
                <a:solidFill>
                  <a:srgbClr val="6F8291"/>
                </a:solidFill>
                <a:latin typeface="Noto Sans TC"/>
                <a:ea typeface="Noto Sans TC"/>
                <a:cs typeface="Noto Sans TC"/>
              </a:rPr>
              <a:t>P</a:t>
            </a:r>
          </a:p>
        </p:txBody>
      </p:sp>
      <p:sp>
        <p:nvSpPr>
          <p:cNvPr id="57" name="Shape 54">
            <a:extLst>
              <a:ext uri="{FF2B5EF4-FFF2-40B4-BE49-F238E27FC236}">
                <a16:creationId xmlns:a16="http://schemas.microsoft.com/office/drawing/2014/main" id="{6B109B71-BE81-4B20-807C-83BC84E49B22}"/>
              </a:ext>
            </a:extLst>
          </p:cNvPr>
          <p:cNvSpPr>
            <a:spLocks noGrp="1"/>
          </p:cNvSpPr>
          <p:nvPr/>
        </p:nvSpPr>
        <p:spPr>
          <a:xfrm>
            <a:off x="8119872" y="6492240"/>
            <a:ext cx="164592" cy="164592"/>
          </a:xfrm>
          <a:prstGeom prst="ellipse">
            <a:avLst/>
          </a:prstGeom>
          <a:solidFill>
            <a:srgbClr val="E8F1F8"/>
          </a:solidFill>
          <a:ln w="12700">
            <a:solidFill>
              <a:srgbClr val="E8F1F8"/>
            </a:solidFill>
            <a:prstDash val="solid"/>
          </a:ln>
        </p:spPr>
      </p:sp>
      <p:sp>
        <p:nvSpPr>
          <p:cNvPr id="58" name="Text 55">
            <a:extLst>
              <a:ext uri="{FF2B5EF4-FFF2-40B4-BE49-F238E27FC236}">
                <a16:creationId xmlns:a16="http://schemas.microsoft.com/office/drawing/2014/main" id="{CD72EE90-4038-42A7-8637-6DD20D19382F}"/>
              </a:ext>
            </a:extLst>
          </p:cNvPr>
          <p:cNvSpPr>
            <a:spLocks noGrp="1"/>
          </p:cNvSpPr>
          <p:nvPr/>
        </p:nvSpPr>
        <p:spPr>
          <a:xfrm>
            <a:off x="8330184" y="6496812"/>
            <a:ext cx="164592" cy="14630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750" b="1">
                <a:solidFill>
                  <a:srgbClr val="6F8291"/>
                </a:solidFill>
                <a:latin typeface="Noto Sans TC"/>
                <a:ea typeface="Noto Sans TC"/>
                <a:cs typeface="Noto Sans TC"/>
              </a:rPr>
              <a:t>A</a:t>
            </a:r>
          </a:p>
        </p:txBody>
      </p:sp>
      <p:sp>
        <p:nvSpPr>
          <p:cNvPr id="59" name="Shape 56">
            <a:extLst>
              <a:ext uri="{FF2B5EF4-FFF2-40B4-BE49-F238E27FC236}">
                <a16:creationId xmlns:a16="http://schemas.microsoft.com/office/drawing/2014/main" id="{92DD7782-F263-453A-A5E3-93A4671801C2}"/>
              </a:ext>
            </a:extLst>
          </p:cNvPr>
          <p:cNvSpPr>
            <a:spLocks noGrp="1"/>
          </p:cNvSpPr>
          <p:nvPr/>
        </p:nvSpPr>
        <p:spPr>
          <a:xfrm>
            <a:off x="8686800" y="6492240"/>
            <a:ext cx="164592" cy="164592"/>
          </a:xfrm>
          <a:prstGeom prst="ellipse">
            <a:avLst/>
          </a:prstGeom>
          <a:solidFill>
            <a:srgbClr val="3679B9"/>
          </a:solidFill>
          <a:ln w="12700">
            <a:solidFill>
              <a:srgbClr val="3679B9"/>
            </a:solidFill>
            <a:prstDash val="solid"/>
          </a:ln>
        </p:spPr>
      </p:sp>
      <p:sp>
        <p:nvSpPr>
          <p:cNvPr id="60" name="Text 57">
            <a:extLst>
              <a:ext uri="{FF2B5EF4-FFF2-40B4-BE49-F238E27FC236}">
                <a16:creationId xmlns:a16="http://schemas.microsoft.com/office/drawing/2014/main" id="{EA48E1B3-4E6E-4746-B123-42228C8D3168}"/>
              </a:ext>
            </a:extLst>
          </p:cNvPr>
          <p:cNvSpPr>
            <a:spLocks noGrp="1"/>
          </p:cNvSpPr>
          <p:nvPr/>
        </p:nvSpPr>
        <p:spPr>
          <a:xfrm>
            <a:off x="8897112" y="6496812"/>
            <a:ext cx="164592" cy="14630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750" b="1">
                <a:solidFill>
                  <a:srgbClr val="6F8291"/>
                </a:solidFill>
                <a:latin typeface="Noto Sans TC"/>
                <a:ea typeface="Noto Sans TC"/>
                <a:cs typeface="Noto Sans TC"/>
              </a:rPr>
              <a:t>R</a:t>
            </a:r>
          </a:p>
        </p:txBody>
      </p:sp>
      <p:sp>
        <p:nvSpPr>
          <p:cNvPr id="61" name="Shape 58">
            <a:extLst>
              <a:ext uri="{FF2B5EF4-FFF2-40B4-BE49-F238E27FC236}">
                <a16:creationId xmlns:a16="http://schemas.microsoft.com/office/drawing/2014/main" id="{A842E88F-6D2B-4A2C-9C49-656F8BD64B23}"/>
              </a:ext>
            </a:extLst>
          </p:cNvPr>
          <p:cNvSpPr>
            <a:spLocks noGrp="1"/>
          </p:cNvSpPr>
          <p:nvPr/>
        </p:nvSpPr>
        <p:spPr>
          <a:xfrm>
            <a:off x="9253728" y="6492240"/>
            <a:ext cx="164592" cy="164592"/>
          </a:xfrm>
          <a:prstGeom prst="ellipse">
            <a:avLst/>
          </a:prstGeom>
          <a:solidFill>
            <a:srgbClr val="E8F1F8"/>
          </a:solidFill>
          <a:ln w="12700">
            <a:solidFill>
              <a:srgbClr val="E8F1F8"/>
            </a:solidFill>
            <a:prstDash val="solid"/>
          </a:ln>
        </p:spPr>
      </p:sp>
      <p:sp>
        <p:nvSpPr>
          <p:cNvPr id="62" name="Text 59">
            <a:extLst>
              <a:ext uri="{FF2B5EF4-FFF2-40B4-BE49-F238E27FC236}">
                <a16:creationId xmlns:a16="http://schemas.microsoft.com/office/drawing/2014/main" id="{7786038E-DBE4-4D99-A9E4-541F9F349368}"/>
              </a:ext>
            </a:extLst>
          </p:cNvPr>
          <p:cNvSpPr>
            <a:spLocks noGrp="1"/>
          </p:cNvSpPr>
          <p:nvPr/>
        </p:nvSpPr>
        <p:spPr>
          <a:xfrm>
            <a:off x="9464040" y="6496812"/>
            <a:ext cx="164592" cy="14630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750" b="1">
                <a:solidFill>
                  <a:srgbClr val="6F8291"/>
                </a:solidFill>
                <a:latin typeface="Noto Sans TC"/>
                <a:ea typeface="Noto Sans TC"/>
                <a:cs typeface="Noto Sans TC"/>
              </a:rPr>
              <a:t>I</a:t>
            </a:r>
          </a:p>
        </p:txBody>
      </p:sp>
      <p:sp>
        <p:nvSpPr>
          <p:cNvPr id="63" name="Shape 60">
            <a:extLst>
              <a:ext uri="{FF2B5EF4-FFF2-40B4-BE49-F238E27FC236}">
                <a16:creationId xmlns:a16="http://schemas.microsoft.com/office/drawing/2014/main" id="{4DA4F2E5-4CB5-4D56-B517-5331ED264AE7}"/>
              </a:ext>
            </a:extLst>
          </p:cNvPr>
          <p:cNvSpPr>
            <a:spLocks noGrp="1"/>
          </p:cNvSpPr>
          <p:nvPr/>
        </p:nvSpPr>
        <p:spPr>
          <a:xfrm>
            <a:off x="685800" y="1828800"/>
            <a:ext cx="233172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4" name="Shape 61">
            <a:extLst>
              <a:ext uri="{FF2B5EF4-FFF2-40B4-BE49-F238E27FC236}">
                <a16:creationId xmlns:a16="http://schemas.microsoft.com/office/drawing/2014/main" id="{43BE3283-3346-4945-A21B-6826782D6862}"/>
              </a:ext>
            </a:extLst>
          </p:cNvPr>
          <p:cNvSpPr>
            <a:spLocks noGrp="1"/>
          </p:cNvSpPr>
          <p:nvPr/>
        </p:nvSpPr>
        <p:spPr>
          <a:xfrm>
            <a:off x="685800" y="1828800"/>
            <a:ext cx="91440" cy="2011680"/>
          </a:xfrm>
          <a:prstGeom prst="rect">
            <a:avLst/>
          </a:prstGeom>
          <a:solidFill>
            <a:srgbClr val="E58A4A"/>
          </a:solidFill>
          <a:ln w="12700">
            <a:solidFill>
              <a:srgbClr val="E58A4A"/>
            </a:solidFill>
            <a:prstDash val="solid"/>
          </a:ln>
        </p:spPr>
      </p:sp>
      <p:sp>
        <p:nvSpPr>
          <p:cNvPr id="65" name="Text 62">
            <a:extLst>
              <a:ext uri="{FF2B5EF4-FFF2-40B4-BE49-F238E27FC236}">
                <a16:creationId xmlns:a16="http://schemas.microsoft.com/office/drawing/2014/main" id="{2DE4DBF0-1865-40A9-ACFD-72A1E431D119}"/>
              </a:ext>
            </a:extLst>
          </p:cNvPr>
          <p:cNvSpPr>
            <a:spLocks noGrp="1"/>
          </p:cNvSpPr>
          <p:nvPr/>
        </p:nvSpPr>
        <p:spPr>
          <a:xfrm>
            <a:off x="941832" y="2057400"/>
            <a:ext cx="1874520" cy="32004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700" b="1">
                <a:solidFill>
                  <a:srgbClr val="153E6E"/>
                </a:solidFill>
                <a:latin typeface="Noto Sans TC"/>
                <a:ea typeface="Noto Sans TC"/>
                <a:cs typeface="Noto Sans TC"/>
              </a:rPr>
              <a:t>文件 chunks</a:t>
            </a:r>
          </a:p>
        </p:txBody>
      </p:sp>
      <p:sp>
        <p:nvSpPr>
          <p:cNvPr id="66" name="Text 63">
            <a:extLst>
              <a:ext uri="{FF2B5EF4-FFF2-40B4-BE49-F238E27FC236}">
                <a16:creationId xmlns:a16="http://schemas.microsoft.com/office/drawing/2014/main" id="{B4883585-FDB2-4010-A1B8-59DCF6E3D7A1}"/>
              </a:ext>
            </a:extLst>
          </p:cNvPr>
          <p:cNvSpPr>
            <a:spLocks noGrp="1"/>
          </p:cNvSpPr>
          <p:nvPr/>
        </p:nvSpPr>
        <p:spPr>
          <a:xfrm>
            <a:off x="941832" y="2523744"/>
            <a:ext cx="1856232" cy="1143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>
              <a:buNone/>
            </a:pPr>
            <a:r>
              <a:rPr sz="1350">
                <a:solidFill>
                  <a:srgbClr val="49657A"/>
                </a:solidFill>
                <a:latin typeface="Noto Sans TC"/>
                <a:ea typeface="Noto Sans TC"/>
                <a:cs typeface="Noto Sans TC"/>
              </a:rPr>
              <a:t>每段保留文字</a:t>
            </a:r>
          </a:p>
          <a:p>
            <a:pPr marL="0" indent="0">
              <a:buNone/>
            </a:pPr>
            <a:r>
              <a:rPr sz="1350">
                <a:solidFill>
                  <a:srgbClr val="49657A"/>
                </a:solidFill>
                <a:latin typeface="Noto Sans TC"/>
                <a:ea typeface="Noto Sans TC"/>
                <a:cs typeface="Noto Sans TC"/>
              </a:rPr>
              <a:t>與來源資訊</a:t>
            </a:r>
          </a:p>
        </p:txBody>
      </p:sp>
      <p:sp>
        <p:nvSpPr>
          <p:cNvPr id="67" name="Text 64">
            <a:extLst>
              <a:ext uri="{FF2B5EF4-FFF2-40B4-BE49-F238E27FC236}">
                <a16:creationId xmlns:a16="http://schemas.microsoft.com/office/drawing/2014/main" id="{568112EB-F819-4001-80CF-1EF0E94BAC50}"/>
              </a:ext>
            </a:extLst>
          </p:cNvPr>
          <p:cNvSpPr>
            <a:spLocks noGrp="1"/>
          </p:cNvSpPr>
          <p:nvPr/>
        </p:nvSpPr>
        <p:spPr>
          <a:xfrm>
            <a:off x="3081528" y="2624328"/>
            <a:ext cx="320040" cy="228600"/>
          </a:xfrm>
          <a:prstGeom prst="rect">
            <a:avLst/>
          </a:prstGeom>
          <a:noFill/>
        </p:spPr>
        <p:txBody>
          <a:bodyPr wrap="square" lIns="0" tIns="0" rIns="0" bIns="0" anchor="ctr">
            <a:normAutofit fontScale="70000" lnSpcReduction="20000"/>
          </a:bodyPr>
          <a:lstStyle/>
          <a:p>
            <a:pPr marL="0" indent="0" algn="ctr">
              <a:buNone/>
            </a:pPr>
            <a:r>
              <a:rPr sz="2500" b="1">
                <a:solidFill>
                  <a:srgbClr val="E58A4A"/>
                </a:solidFill>
                <a:latin typeface="Noto Sans TC"/>
                <a:ea typeface="Noto Sans TC"/>
                <a:cs typeface="Noto Sans TC"/>
              </a:rPr>
              <a:t>→</a:t>
            </a:r>
          </a:p>
        </p:txBody>
      </p:sp>
      <p:sp>
        <p:nvSpPr>
          <p:cNvPr id="68" name="Shape 65">
            <a:extLst>
              <a:ext uri="{FF2B5EF4-FFF2-40B4-BE49-F238E27FC236}">
                <a16:creationId xmlns:a16="http://schemas.microsoft.com/office/drawing/2014/main" id="{A9822F64-957A-4C8F-B4F4-5CDD61D4419C}"/>
              </a:ext>
            </a:extLst>
          </p:cNvPr>
          <p:cNvSpPr>
            <a:spLocks noGrp="1"/>
          </p:cNvSpPr>
          <p:nvPr/>
        </p:nvSpPr>
        <p:spPr>
          <a:xfrm>
            <a:off x="3520440" y="1828800"/>
            <a:ext cx="233172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9" name="Shape 66">
            <a:extLst>
              <a:ext uri="{FF2B5EF4-FFF2-40B4-BE49-F238E27FC236}">
                <a16:creationId xmlns:a16="http://schemas.microsoft.com/office/drawing/2014/main" id="{6AB8238F-DF82-448C-AE90-A53150B27E1E}"/>
              </a:ext>
            </a:extLst>
          </p:cNvPr>
          <p:cNvSpPr>
            <a:spLocks noGrp="1"/>
          </p:cNvSpPr>
          <p:nvPr/>
        </p:nvSpPr>
        <p:spPr>
          <a:xfrm>
            <a:off x="3520440" y="1828800"/>
            <a:ext cx="91440" cy="2011680"/>
          </a:xfrm>
          <a:prstGeom prst="rect">
            <a:avLst/>
          </a:prstGeom>
          <a:solidFill>
            <a:srgbClr val="3679B9"/>
          </a:solidFill>
          <a:ln w="12700">
            <a:solidFill>
              <a:srgbClr val="3679B9"/>
            </a:solidFill>
            <a:prstDash val="solid"/>
          </a:ln>
        </p:spPr>
      </p:sp>
      <p:sp>
        <p:nvSpPr>
          <p:cNvPr id="70" name="Text 67">
            <a:extLst>
              <a:ext uri="{FF2B5EF4-FFF2-40B4-BE49-F238E27FC236}">
                <a16:creationId xmlns:a16="http://schemas.microsoft.com/office/drawing/2014/main" id="{2A208B76-764F-42AA-A079-D00ED6ACAD3A}"/>
              </a:ext>
            </a:extLst>
          </p:cNvPr>
          <p:cNvSpPr>
            <a:spLocks noGrp="1"/>
          </p:cNvSpPr>
          <p:nvPr/>
        </p:nvSpPr>
        <p:spPr>
          <a:xfrm>
            <a:off x="3776472" y="2057400"/>
            <a:ext cx="1874520" cy="32004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700" b="1">
                <a:solidFill>
                  <a:srgbClr val="153E6E"/>
                </a:solidFill>
                <a:latin typeface="Noto Sans TC"/>
                <a:ea typeface="Noto Sans TC"/>
                <a:cs typeface="Noto Sans TC"/>
              </a:rPr>
              <a:t>nomic embedding</a:t>
            </a:r>
          </a:p>
        </p:txBody>
      </p:sp>
      <p:sp>
        <p:nvSpPr>
          <p:cNvPr id="71" name="Text 68">
            <a:extLst>
              <a:ext uri="{FF2B5EF4-FFF2-40B4-BE49-F238E27FC236}">
                <a16:creationId xmlns:a16="http://schemas.microsoft.com/office/drawing/2014/main" id="{9E1B71E9-E439-4C70-A8AA-90031484E616}"/>
              </a:ext>
            </a:extLst>
          </p:cNvPr>
          <p:cNvSpPr>
            <a:spLocks noGrp="1"/>
          </p:cNvSpPr>
          <p:nvPr/>
        </p:nvSpPr>
        <p:spPr>
          <a:xfrm>
            <a:off x="3776472" y="2523744"/>
            <a:ext cx="1856232" cy="1143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>
              <a:buNone/>
            </a:pPr>
            <a:r>
              <a:rPr sz="1350">
                <a:solidFill>
                  <a:srgbClr val="49657A"/>
                </a:solidFill>
                <a:latin typeface="Noto Sans TC"/>
                <a:ea typeface="Noto Sans TC"/>
                <a:cs typeface="Noto Sans TC"/>
              </a:rPr>
              <a:t>chunks 與問題</a:t>
            </a:r>
          </a:p>
          <a:p>
            <a:pPr marL="0" indent="0">
              <a:buNone/>
            </a:pPr>
            <a:r>
              <a:rPr sz="1350">
                <a:solidFill>
                  <a:srgbClr val="49657A"/>
                </a:solidFill>
                <a:latin typeface="Noto Sans TC"/>
                <a:ea typeface="Noto Sans TC"/>
                <a:cs typeface="Noto Sans TC"/>
              </a:rPr>
              <a:t>→ 向量</a:t>
            </a:r>
          </a:p>
        </p:txBody>
      </p:sp>
      <p:sp>
        <p:nvSpPr>
          <p:cNvPr id="72" name="Text 69">
            <a:extLst>
              <a:ext uri="{FF2B5EF4-FFF2-40B4-BE49-F238E27FC236}">
                <a16:creationId xmlns:a16="http://schemas.microsoft.com/office/drawing/2014/main" id="{AB5671BF-3352-47BB-9C93-B6B0A886ACB8}"/>
              </a:ext>
            </a:extLst>
          </p:cNvPr>
          <p:cNvSpPr>
            <a:spLocks noGrp="1"/>
          </p:cNvSpPr>
          <p:nvPr/>
        </p:nvSpPr>
        <p:spPr>
          <a:xfrm>
            <a:off x="5916168" y="2624328"/>
            <a:ext cx="320040" cy="228600"/>
          </a:xfrm>
          <a:prstGeom prst="rect">
            <a:avLst/>
          </a:prstGeom>
          <a:noFill/>
        </p:spPr>
        <p:txBody>
          <a:bodyPr wrap="square" lIns="0" tIns="0" rIns="0" bIns="0" anchor="ctr">
            <a:normAutofit fontScale="70000" lnSpcReduction="20000"/>
          </a:bodyPr>
          <a:lstStyle/>
          <a:p>
            <a:pPr marL="0" indent="0" algn="ctr">
              <a:buNone/>
            </a:pPr>
            <a:r>
              <a:rPr sz="2500" b="1">
                <a:solidFill>
                  <a:srgbClr val="E58A4A"/>
                </a:solidFill>
                <a:latin typeface="Noto Sans TC"/>
                <a:ea typeface="Noto Sans TC"/>
                <a:cs typeface="Noto Sans TC"/>
              </a:rPr>
              <a:t>→</a:t>
            </a:r>
          </a:p>
        </p:txBody>
      </p:sp>
      <p:sp>
        <p:nvSpPr>
          <p:cNvPr id="73" name="Shape 70">
            <a:extLst>
              <a:ext uri="{FF2B5EF4-FFF2-40B4-BE49-F238E27FC236}">
                <a16:creationId xmlns:a16="http://schemas.microsoft.com/office/drawing/2014/main" id="{CCCB45B0-A9BD-4301-ABF0-F34E981AD92B}"/>
              </a:ext>
            </a:extLst>
          </p:cNvPr>
          <p:cNvSpPr>
            <a:spLocks noGrp="1"/>
          </p:cNvSpPr>
          <p:nvPr/>
        </p:nvSpPr>
        <p:spPr>
          <a:xfrm>
            <a:off x="6355080" y="1828800"/>
            <a:ext cx="233172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4" name="Shape 71">
            <a:extLst>
              <a:ext uri="{FF2B5EF4-FFF2-40B4-BE49-F238E27FC236}">
                <a16:creationId xmlns:a16="http://schemas.microsoft.com/office/drawing/2014/main" id="{4F57EE36-7208-47AF-8753-AEDE0DE5B891}"/>
              </a:ext>
            </a:extLst>
          </p:cNvPr>
          <p:cNvSpPr>
            <a:spLocks noGrp="1"/>
          </p:cNvSpPr>
          <p:nvPr/>
        </p:nvSpPr>
        <p:spPr>
          <a:xfrm>
            <a:off x="6355080" y="1828800"/>
            <a:ext cx="91440" cy="2011680"/>
          </a:xfrm>
          <a:prstGeom prst="rect">
            <a:avLst/>
          </a:prstGeom>
          <a:solidFill>
            <a:srgbClr val="153E6E"/>
          </a:solidFill>
          <a:ln w="12700">
            <a:solidFill>
              <a:srgbClr val="153E6E"/>
            </a:solidFill>
            <a:prstDash val="solid"/>
          </a:ln>
        </p:spPr>
      </p:sp>
      <p:sp>
        <p:nvSpPr>
          <p:cNvPr id="75" name="Text 72">
            <a:extLst>
              <a:ext uri="{FF2B5EF4-FFF2-40B4-BE49-F238E27FC236}">
                <a16:creationId xmlns:a16="http://schemas.microsoft.com/office/drawing/2014/main" id="{2E094FA7-B6E7-4AB5-9D59-139FB5F58C32}"/>
              </a:ext>
            </a:extLst>
          </p:cNvPr>
          <p:cNvSpPr>
            <a:spLocks noGrp="1"/>
          </p:cNvSpPr>
          <p:nvPr/>
        </p:nvSpPr>
        <p:spPr>
          <a:xfrm>
            <a:off x="6611112" y="2057400"/>
            <a:ext cx="1874520" cy="32004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700" b="1">
                <a:solidFill>
                  <a:srgbClr val="153E6E"/>
                </a:solidFill>
                <a:latin typeface="Noto Sans TC"/>
                <a:ea typeface="Noto Sans TC"/>
                <a:cs typeface="Noto Sans TC"/>
              </a:rPr>
              <a:t>找相關 chunks</a:t>
            </a:r>
          </a:p>
        </p:txBody>
      </p:sp>
      <p:sp>
        <p:nvSpPr>
          <p:cNvPr id="76" name="Text 73">
            <a:extLst>
              <a:ext uri="{FF2B5EF4-FFF2-40B4-BE49-F238E27FC236}">
                <a16:creationId xmlns:a16="http://schemas.microsoft.com/office/drawing/2014/main" id="{CB1F635B-3FBE-4DC8-A246-48D9573C5EEB}"/>
              </a:ext>
            </a:extLst>
          </p:cNvPr>
          <p:cNvSpPr>
            <a:spLocks noGrp="1"/>
          </p:cNvSpPr>
          <p:nvPr/>
        </p:nvSpPr>
        <p:spPr>
          <a:xfrm>
            <a:off x="6611112" y="2523744"/>
            <a:ext cx="1856232" cy="1143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>
              <a:buNone/>
            </a:pPr>
            <a:r>
              <a:rPr sz="1350">
                <a:solidFill>
                  <a:srgbClr val="49657A"/>
                </a:solidFill>
                <a:latin typeface="Noto Sans TC"/>
                <a:ea typeface="Noto Sans TC"/>
                <a:cs typeface="Noto Sans TC"/>
              </a:rPr>
              <a:t>向量索引</a:t>
            </a:r>
          </a:p>
          <a:p>
            <a:pPr marL="0" indent="0">
              <a:buNone/>
            </a:pPr>
            <a:r>
              <a:rPr sz="1350">
                <a:solidFill>
                  <a:srgbClr val="49657A"/>
                </a:solidFill>
                <a:latin typeface="Noto Sans TC"/>
                <a:ea typeface="Noto Sans TC"/>
                <a:cs typeface="Noto Sans TC"/>
              </a:rPr>
              <a:t>取最多三筆</a:t>
            </a:r>
          </a:p>
        </p:txBody>
      </p:sp>
      <p:sp>
        <p:nvSpPr>
          <p:cNvPr id="77" name="Text 74">
            <a:extLst>
              <a:ext uri="{FF2B5EF4-FFF2-40B4-BE49-F238E27FC236}">
                <a16:creationId xmlns:a16="http://schemas.microsoft.com/office/drawing/2014/main" id="{37A72A6C-DC48-4E33-BE1F-5AE402009D90}"/>
              </a:ext>
            </a:extLst>
          </p:cNvPr>
          <p:cNvSpPr>
            <a:spLocks noGrp="1"/>
          </p:cNvSpPr>
          <p:nvPr/>
        </p:nvSpPr>
        <p:spPr>
          <a:xfrm>
            <a:off x="8750808" y="2624328"/>
            <a:ext cx="320040" cy="228600"/>
          </a:xfrm>
          <a:prstGeom prst="rect">
            <a:avLst/>
          </a:prstGeom>
          <a:noFill/>
        </p:spPr>
        <p:txBody>
          <a:bodyPr wrap="square" lIns="0" tIns="0" rIns="0" bIns="0" anchor="ctr">
            <a:normAutofit fontScale="70000" lnSpcReduction="20000"/>
          </a:bodyPr>
          <a:lstStyle/>
          <a:p>
            <a:pPr marL="0" indent="0" algn="ctr">
              <a:buNone/>
            </a:pPr>
            <a:r>
              <a:rPr sz="2500" b="1">
                <a:solidFill>
                  <a:srgbClr val="E58A4A"/>
                </a:solidFill>
                <a:latin typeface="Noto Sans TC"/>
                <a:ea typeface="Noto Sans TC"/>
                <a:cs typeface="Noto Sans TC"/>
              </a:rPr>
              <a:t>→</a:t>
            </a:r>
          </a:p>
        </p:txBody>
      </p:sp>
      <p:sp>
        <p:nvSpPr>
          <p:cNvPr id="78" name="Shape 75">
            <a:extLst>
              <a:ext uri="{FF2B5EF4-FFF2-40B4-BE49-F238E27FC236}">
                <a16:creationId xmlns:a16="http://schemas.microsoft.com/office/drawing/2014/main" id="{928D5DBA-DD17-4C81-A09B-ECAD57772CAD}"/>
              </a:ext>
            </a:extLst>
          </p:cNvPr>
          <p:cNvSpPr>
            <a:spLocks noGrp="1"/>
          </p:cNvSpPr>
          <p:nvPr/>
        </p:nvSpPr>
        <p:spPr>
          <a:xfrm>
            <a:off x="9189720" y="1828800"/>
            <a:ext cx="233172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9" name="Shape 76">
            <a:extLst>
              <a:ext uri="{FF2B5EF4-FFF2-40B4-BE49-F238E27FC236}">
                <a16:creationId xmlns:a16="http://schemas.microsoft.com/office/drawing/2014/main" id="{BD831895-9E9D-4329-8077-3DEF03940108}"/>
              </a:ext>
            </a:extLst>
          </p:cNvPr>
          <p:cNvSpPr>
            <a:spLocks noGrp="1"/>
          </p:cNvSpPr>
          <p:nvPr/>
        </p:nvSpPr>
        <p:spPr>
          <a:xfrm>
            <a:off x="9189720" y="1828800"/>
            <a:ext cx="91440" cy="2011680"/>
          </a:xfrm>
          <a:prstGeom prst="rect">
            <a:avLst/>
          </a:prstGeom>
          <a:solidFill>
            <a:srgbClr val="3679B9"/>
          </a:solidFill>
          <a:ln w="12700">
            <a:solidFill>
              <a:srgbClr val="3679B9"/>
            </a:solidFill>
            <a:prstDash val="solid"/>
          </a:ln>
        </p:spPr>
      </p:sp>
      <p:sp>
        <p:nvSpPr>
          <p:cNvPr id="80" name="Text 77">
            <a:extLst>
              <a:ext uri="{FF2B5EF4-FFF2-40B4-BE49-F238E27FC236}">
                <a16:creationId xmlns:a16="http://schemas.microsoft.com/office/drawing/2014/main" id="{7AC13B91-736F-4B5D-8934-C43B00272F27}"/>
              </a:ext>
            </a:extLst>
          </p:cNvPr>
          <p:cNvSpPr>
            <a:spLocks noGrp="1"/>
          </p:cNvSpPr>
          <p:nvPr/>
        </p:nvSpPr>
        <p:spPr>
          <a:xfrm>
            <a:off x="9445752" y="2057400"/>
            <a:ext cx="1874520" cy="32004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700" b="1">
                <a:solidFill>
                  <a:srgbClr val="153E6E"/>
                </a:solidFill>
                <a:latin typeface="Noto Sans TC"/>
                <a:ea typeface="Noto Sans TC"/>
                <a:cs typeface="Noto Sans TC"/>
              </a:rPr>
              <a:t>qwen 語言模型</a:t>
            </a:r>
          </a:p>
        </p:txBody>
      </p:sp>
      <p:sp>
        <p:nvSpPr>
          <p:cNvPr id="81" name="Text 78">
            <a:extLst>
              <a:ext uri="{FF2B5EF4-FFF2-40B4-BE49-F238E27FC236}">
                <a16:creationId xmlns:a16="http://schemas.microsoft.com/office/drawing/2014/main" id="{D46E15DB-2F50-4D87-BD4A-7973938436AF}"/>
              </a:ext>
            </a:extLst>
          </p:cNvPr>
          <p:cNvSpPr>
            <a:spLocks noGrp="1"/>
          </p:cNvSpPr>
          <p:nvPr/>
        </p:nvSpPr>
        <p:spPr>
          <a:xfrm>
            <a:off x="9445752" y="2523744"/>
            <a:ext cx="1856232" cy="1143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>
              <a:buNone/>
            </a:pPr>
            <a:r>
              <a:rPr sz="1350">
                <a:solidFill>
                  <a:srgbClr val="49657A"/>
                </a:solidFill>
                <a:latin typeface="Noto Sans TC"/>
                <a:ea typeface="Noto Sans TC"/>
                <a:cs typeface="Noto Sans TC"/>
              </a:rPr>
              <a:t>問題＋證據</a:t>
            </a:r>
          </a:p>
          <a:p>
            <a:pPr marL="0" indent="0">
              <a:buNone/>
            </a:pPr>
            <a:r>
              <a:rPr sz="1350">
                <a:solidFill>
                  <a:srgbClr val="49657A"/>
                </a:solidFill>
                <a:latin typeface="Noto Sans TC"/>
                <a:ea typeface="Noto Sans TC"/>
                <a:cs typeface="Noto Sans TC"/>
              </a:rPr>
              <a:t>→ 有引用的回答</a:t>
            </a:r>
          </a:p>
        </p:txBody>
      </p:sp>
      <p:sp>
        <p:nvSpPr>
          <p:cNvPr id="82" name="Text 79">
            <a:extLst>
              <a:ext uri="{FF2B5EF4-FFF2-40B4-BE49-F238E27FC236}">
                <a16:creationId xmlns:a16="http://schemas.microsoft.com/office/drawing/2014/main" id="{B9B5B7D2-137F-4FF7-A502-1C8C072C9D68}"/>
              </a:ext>
            </a:extLst>
          </p:cNvPr>
          <p:cNvSpPr>
            <a:spLocks noGrp="1"/>
          </p:cNvSpPr>
          <p:nvPr/>
        </p:nvSpPr>
        <p:spPr>
          <a:xfrm>
            <a:off x="841248" y="4800600"/>
            <a:ext cx="10698480" cy="47548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1350">
                <a:solidFill>
                  <a:srgbClr val="49657A"/>
                </a:solidFill>
                <a:latin typeface="Noto Sans TC"/>
                <a:ea typeface="Noto Sans TC"/>
                <a:cs typeface="Noto Sans TC"/>
              </a:rPr>
              <a:t>Ollama 在本機執行：不需 API key、沒有按次費用，文件與索引留在電腦。</a:t>
            </a:r>
          </a:p>
          <a:p>
            <a:pPr marL="0" indent="0" algn="ctr">
              <a:buNone/>
            </a:pPr>
            <a:r>
              <a:rPr sz="1350">
                <a:solidFill>
                  <a:srgbClr val="49657A"/>
                </a:solidFill>
                <a:latin typeface="Noto Sans TC"/>
                <a:ea typeface="Noto Sans TC"/>
                <a:cs typeface="Noto Sans TC"/>
              </a:rPr>
              <a:t>但須下載模型，效能取決於硬體。</a:t>
            </a:r>
          </a:p>
        </p:txBody>
      </p:sp>
    </p:spTree>
    <p:extLst>
      <p:ext uri="{BB962C8B-B14F-4D97-AF65-F5344CB8AC3E}">
        <p14:creationId xmlns:p14="http://schemas.microsoft.com/office/powerpoint/2010/main" val="6195809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5CEAB68-57CB-43B0-8DB8-411FF2BB2BE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1B8E9731-50A2-495A-A860-EE86211369BC}"/>
              </a:ext>
            </a:extLst>
          </p:cNvPr>
          <p:cNvSpPr>
            <a:spLocks noGrp="1"/>
          </p:cNvSpPr>
          <p:nvPr/>
        </p:nvSpPr>
        <p:spPr>
          <a:xfrm>
            <a:off x="4572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ABE4F173-189C-466C-9CDE-ABFE6AABA627}"/>
              </a:ext>
            </a:extLst>
          </p:cNvPr>
          <p:cNvSpPr>
            <a:spLocks noGrp="1"/>
          </p:cNvSpPr>
          <p:nvPr/>
        </p:nvSpPr>
        <p:spPr>
          <a:xfrm>
            <a:off x="9144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161E6429-E964-44D3-B6A7-148D64E7A07C}"/>
              </a:ext>
            </a:extLst>
          </p:cNvPr>
          <p:cNvSpPr>
            <a:spLocks noGrp="1"/>
          </p:cNvSpPr>
          <p:nvPr/>
        </p:nvSpPr>
        <p:spPr>
          <a:xfrm>
            <a:off x="13716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2EAB8EE9-CC8C-4A2E-BB9C-FFAC57B05C50}"/>
              </a:ext>
            </a:extLst>
          </p:cNvPr>
          <p:cNvSpPr>
            <a:spLocks noGrp="1"/>
          </p:cNvSpPr>
          <p:nvPr/>
        </p:nvSpPr>
        <p:spPr>
          <a:xfrm>
            <a:off x="18288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811A6FE2-4B23-4097-9F8D-1872F8EF2BE2}"/>
              </a:ext>
            </a:extLst>
          </p:cNvPr>
          <p:cNvSpPr>
            <a:spLocks noGrp="1"/>
          </p:cNvSpPr>
          <p:nvPr/>
        </p:nvSpPr>
        <p:spPr>
          <a:xfrm>
            <a:off x="22860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FA1FA0B7-34F0-40DD-8EF2-38F845311F14}"/>
              </a:ext>
            </a:extLst>
          </p:cNvPr>
          <p:cNvSpPr>
            <a:spLocks noGrp="1"/>
          </p:cNvSpPr>
          <p:nvPr/>
        </p:nvSpPr>
        <p:spPr>
          <a:xfrm>
            <a:off x="27432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62C11301-CA14-41B2-A813-0DE05D176622}"/>
              </a:ext>
            </a:extLst>
          </p:cNvPr>
          <p:cNvSpPr>
            <a:spLocks noGrp="1"/>
          </p:cNvSpPr>
          <p:nvPr/>
        </p:nvSpPr>
        <p:spPr>
          <a:xfrm>
            <a:off x="32004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BFC8FD93-EAD7-4169-823C-4D1DA566ACE8}"/>
              </a:ext>
            </a:extLst>
          </p:cNvPr>
          <p:cNvSpPr>
            <a:spLocks noGrp="1"/>
          </p:cNvSpPr>
          <p:nvPr/>
        </p:nvSpPr>
        <p:spPr>
          <a:xfrm>
            <a:off x="36576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0709249A-3E5E-432D-B6E6-7118C00964FF}"/>
              </a:ext>
            </a:extLst>
          </p:cNvPr>
          <p:cNvSpPr>
            <a:spLocks noGrp="1"/>
          </p:cNvSpPr>
          <p:nvPr/>
        </p:nvSpPr>
        <p:spPr>
          <a:xfrm>
            <a:off x="41148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6A28AA25-568F-4D99-ACEB-EA4061E0669F}"/>
              </a:ext>
            </a:extLst>
          </p:cNvPr>
          <p:cNvSpPr>
            <a:spLocks noGrp="1"/>
          </p:cNvSpPr>
          <p:nvPr/>
        </p:nvSpPr>
        <p:spPr>
          <a:xfrm>
            <a:off x="45720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9B7EC817-ADD0-46F7-B647-AF1AEFCDB2B3}"/>
              </a:ext>
            </a:extLst>
          </p:cNvPr>
          <p:cNvSpPr>
            <a:spLocks noGrp="1"/>
          </p:cNvSpPr>
          <p:nvPr/>
        </p:nvSpPr>
        <p:spPr>
          <a:xfrm>
            <a:off x="50292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8CC6BABB-25FA-4A28-903D-ACF162241D98}"/>
              </a:ext>
            </a:extLst>
          </p:cNvPr>
          <p:cNvSpPr>
            <a:spLocks noGrp="1"/>
          </p:cNvSpPr>
          <p:nvPr/>
        </p:nvSpPr>
        <p:spPr>
          <a:xfrm>
            <a:off x="54864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48AC56E6-3C68-4072-BC64-8B7AB6C1E0CE}"/>
              </a:ext>
            </a:extLst>
          </p:cNvPr>
          <p:cNvSpPr>
            <a:spLocks noGrp="1"/>
          </p:cNvSpPr>
          <p:nvPr/>
        </p:nvSpPr>
        <p:spPr>
          <a:xfrm>
            <a:off x="59436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A73AF71B-3F3C-4556-AA56-88299D27291E}"/>
              </a:ext>
            </a:extLst>
          </p:cNvPr>
          <p:cNvSpPr>
            <a:spLocks noGrp="1"/>
          </p:cNvSpPr>
          <p:nvPr/>
        </p:nvSpPr>
        <p:spPr>
          <a:xfrm>
            <a:off x="64008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E34D4CE7-26EC-4175-9FFC-C8E5D6ED8C43}"/>
              </a:ext>
            </a:extLst>
          </p:cNvPr>
          <p:cNvSpPr>
            <a:spLocks noGrp="1"/>
          </p:cNvSpPr>
          <p:nvPr/>
        </p:nvSpPr>
        <p:spPr>
          <a:xfrm>
            <a:off x="68580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3B838F74-5862-471D-AD94-9A32BD30FD71}"/>
              </a:ext>
            </a:extLst>
          </p:cNvPr>
          <p:cNvSpPr>
            <a:spLocks noGrp="1"/>
          </p:cNvSpPr>
          <p:nvPr/>
        </p:nvSpPr>
        <p:spPr>
          <a:xfrm>
            <a:off x="73152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CDE8ACDB-EA47-44A2-BD95-F217CE6C58BD}"/>
              </a:ext>
            </a:extLst>
          </p:cNvPr>
          <p:cNvSpPr>
            <a:spLocks noGrp="1"/>
          </p:cNvSpPr>
          <p:nvPr/>
        </p:nvSpPr>
        <p:spPr>
          <a:xfrm>
            <a:off x="77724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44201A2F-2895-4872-961D-793A17B49947}"/>
              </a:ext>
            </a:extLst>
          </p:cNvPr>
          <p:cNvSpPr>
            <a:spLocks noGrp="1"/>
          </p:cNvSpPr>
          <p:nvPr/>
        </p:nvSpPr>
        <p:spPr>
          <a:xfrm>
            <a:off x="82296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DB65D0FB-1B05-4F2C-9CA6-DC75E4FBB630}"/>
              </a:ext>
            </a:extLst>
          </p:cNvPr>
          <p:cNvSpPr>
            <a:spLocks noGrp="1"/>
          </p:cNvSpPr>
          <p:nvPr/>
        </p:nvSpPr>
        <p:spPr>
          <a:xfrm>
            <a:off x="86868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473C3928-2D7B-468A-8F4D-4C9AECEF4A51}"/>
              </a:ext>
            </a:extLst>
          </p:cNvPr>
          <p:cNvSpPr>
            <a:spLocks noGrp="1"/>
          </p:cNvSpPr>
          <p:nvPr/>
        </p:nvSpPr>
        <p:spPr>
          <a:xfrm>
            <a:off x="91440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9C1CFD17-ED25-43B2-81DA-27AA69CF8877}"/>
              </a:ext>
            </a:extLst>
          </p:cNvPr>
          <p:cNvSpPr>
            <a:spLocks noGrp="1"/>
          </p:cNvSpPr>
          <p:nvPr/>
        </p:nvSpPr>
        <p:spPr>
          <a:xfrm>
            <a:off x="96012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7430633B-67E6-4B22-9778-61E2A9A47292}"/>
              </a:ext>
            </a:extLst>
          </p:cNvPr>
          <p:cNvSpPr>
            <a:spLocks noGrp="1"/>
          </p:cNvSpPr>
          <p:nvPr/>
        </p:nvSpPr>
        <p:spPr>
          <a:xfrm>
            <a:off x="100584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04B510A9-13F1-4B63-8ADA-90C0FD360165}"/>
              </a:ext>
            </a:extLst>
          </p:cNvPr>
          <p:cNvSpPr>
            <a:spLocks noGrp="1"/>
          </p:cNvSpPr>
          <p:nvPr/>
        </p:nvSpPr>
        <p:spPr>
          <a:xfrm>
            <a:off x="105156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19BDE459-1A4B-426A-B7C8-6CE49EDF4CE7}"/>
              </a:ext>
            </a:extLst>
          </p:cNvPr>
          <p:cNvSpPr>
            <a:spLocks noGrp="1"/>
          </p:cNvSpPr>
          <p:nvPr/>
        </p:nvSpPr>
        <p:spPr>
          <a:xfrm>
            <a:off x="109728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0C3DA60E-D70D-4500-A93B-792ACD7FFA5D}"/>
              </a:ext>
            </a:extLst>
          </p:cNvPr>
          <p:cNvSpPr>
            <a:spLocks noGrp="1"/>
          </p:cNvSpPr>
          <p:nvPr/>
        </p:nvSpPr>
        <p:spPr>
          <a:xfrm>
            <a:off x="114300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5A39C608-8CCA-4936-86B8-4212890AAFF0}"/>
              </a:ext>
            </a:extLst>
          </p:cNvPr>
          <p:cNvSpPr>
            <a:spLocks noGrp="1"/>
          </p:cNvSpPr>
          <p:nvPr/>
        </p:nvSpPr>
        <p:spPr>
          <a:xfrm>
            <a:off x="118872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17C14DF9-3094-4387-A0A0-AC9C595FE4A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4313D1DE-156B-4D71-BEB0-3BAD279A4C64}"/>
              </a:ext>
            </a:extLst>
          </p:cNvPr>
          <p:cNvSpPr>
            <a:spLocks noGrp="1"/>
          </p:cNvSpPr>
          <p:nvPr/>
        </p:nvSpPr>
        <p:spPr>
          <a:xfrm>
            <a:off x="0" y="4572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31" name="Shape 29">
            <a:extLst>
              <a:ext uri="{FF2B5EF4-FFF2-40B4-BE49-F238E27FC236}">
                <a16:creationId xmlns:a16="http://schemas.microsoft.com/office/drawing/2014/main" id="{D0309F6A-4D7A-43D4-B004-F3845B5D0CA2}"/>
              </a:ext>
            </a:extLst>
          </p:cNvPr>
          <p:cNvSpPr>
            <a:spLocks noGrp="1"/>
          </p:cNvSpPr>
          <p:nvPr/>
        </p:nvSpPr>
        <p:spPr>
          <a:xfrm>
            <a:off x="0" y="9144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32" name="Shape 30">
            <a:extLst>
              <a:ext uri="{FF2B5EF4-FFF2-40B4-BE49-F238E27FC236}">
                <a16:creationId xmlns:a16="http://schemas.microsoft.com/office/drawing/2014/main" id="{A9EA9979-7636-4F45-8731-F9B2036FEEEC}"/>
              </a:ext>
            </a:extLst>
          </p:cNvPr>
          <p:cNvSpPr>
            <a:spLocks noGrp="1"/>
          </p:cNvSpPr>
          <p:nvPr/>
        </p:nvSpPr>
        <p:spPr>
          <a:xfrm>
            <a:off x="0" y="13716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33" name="Shape 31">
            <a:extLst>
              <a:ext uri="{FF2B5EF4-FFF2-40B4-BE49-F238E27FC236}">
                <a16:creationId xmlns:a16="http://schemas.microsoft.com/office/drawing/2014/main" id="{2D741564-4A35-44C1-A14A-89A82BF04AFF}"/>
              </a:ext>
            </a:extLst>
          </p:cNvPr>
          <p:cNvSpPr>
            <a:spLocks noGrp="1"/>
          </p:cNvSpPr>
          <p:nvPr/>
        </p:nvSpPr>
        <p:spPr>
          <a:xfrm>
            <a:off x="0" y="18288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34" name="Shape 32">
            <a:extLst>
              <a:ext uri="{FF2B5EF4-FFF2-40B4-BE49-F238E27FC236}">
                <a16:creationId xmlns:a16="http://schemas.microsoft.com/office/drawing/2014/main" id="{863CD6A9-08D8-47E0-B365-C7C83CABC420}"/>
              </a:ext>
            </a:extLst>
          </p:cNvPr>
          <p:cNvSpPr>
            <a:spLocks noGrp="1"/>
          </p:cNvSpPr>
          <p:nvPr/>
        </p:nvSpPr>
        <p:spPr>
          <a:xfrm>
            <a:off x="0" y="22860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35" name="Shape 33">
            <a:extLst>
              <a:ext uri="{FF2B5EF4-FFF2-40B4-BE49-F238E27FC236}">
                <a16:creationId xmlns:a16="http://schemas.microsoft.com/office/drawing/2014/main" id="{1E43044F-1A99-4349-AE38-0EBB066D6F76}"/>
              </a:ext>
            </a:extLst>
          </p:cNvPr>
          <p:cNvSpPr>
            <a:spLocks noGrp="1"/>
          </p:cNvSpPr>
          <p:nvPr/>
        </p:nvSpPr>
        <p:spPr>
          <a:xfrm>
            <a:off x="0" y="27432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36" name="Shape 34">
            <a:extLst>
              <a:ext uri="{FF2B5EF4-FFF2-40B4-BE49-F238E27FC236}">
                <a16:creationId xmlns:a16="http://schemas.microsoft.com/office/drawing/2014/main" id="{328821B4-D199-4C1E-969B-FB83370FEDCB}"/>
              </a:ext>
            </a:extLst>
          </p:cNvPr>
          <p:cNvSpPr>
            <a:spLocks noGrp="1"/>
          </p:cNvSpPr>
          <p:nvPr/>
        </p:nvSpPr>
        <p:spPr>
          <a:xfrm>
            <a:off x="0" y="32004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37" name="Shape 35">
            <a:extLst>
              <a:ext uri="{FF2B5EF4-FFF2-40B4-BE49-F238E27FC236}">
                <a16:creationId xmlns:a16="http://schemas.microsoft.com/office/drawing/2014/main" id="{3682470F-0B17-48E5-91F1-F119CACE0FAF}"/>
              </a:ext>
            </a:extLst>
          </p:cNvPr>
          <p:cNvSpPr>
            <a:spLocks noGrp="1"/>
          </p:cNvSpPr>
          <p:nvPr/>
        </p:nvSpPr>
        <p:spPr>
          <a:xfrm>
            <a:off x="0" y="36576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38" name="Shape 36">
            <a:extLst>
              <a:ext uri="{FF2B5EF4-FFF2-40B4-BE49-F238E27FC236}">
                <a16:creationId xmlns:a16="http://schemas.microsoft.com/office/drawing/2014/main" id="{6A5F7F1E-1AF1-49F6-ACAC-0782AEDD7FF9}"/>
              </a:ext>
            </a:extLst>
          </p:cNvPr>
          <p:cNvSpPr>
            <a:spLocks noGrp="1"/>
          </p:cNvSpPr>
          <p:nvPr/>
        </p:nvSpPr>
        <p:spPr>
          <a:xfrm>
            <a:off x="0" y="41148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39" name="Shape 37">
            <a:extLst>
              <a:ext uri="{FF2B5EF4-FFF2-40B4-BE49-F238E27FC236}">
                <a16:creationId xmlns:a16="http://schemas.microsoft.com/office/drawing/2014/main" id="{F35083DF-F12B-4D14-BDFF-C4E9F5081270}"/>
              </a:ext>
            </a:extLst>
          </p:cNvPr>
          <p:cNvSpPr>
            <a:spLocks noGrp="1"/>
          </p:cNvSpPr>
          <p:nvPr/>
        </p:nvSpPr>
        <p:spPr>
          <a:xfrm>
            <a:off x="0" y="45720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40" name="Shape 38">
            <a:extLst>
              <a:ext uri="{FF2B5EF4-FFF2-40B4-BE49-F238E27FC236}">
                <a16:creationId xmlns:a16="http://schemas.microsoft.com/office/drawing/2014/main" id="{6B461DC1-811B-4C1A-9D2F-0955E902AA27}"/>
              </a:ext>
            </a:extLst>
          </p:cNvPr>
          <p:cNvSpPr>
            <a:spLocks noGrp="1"/>
          </p:cNvSpPr>
          <p:nvPr/>
        </p:nvSpPr>
        <p:spPr>
          <a:xfrm>
            <a:off x="0" y="50292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41" name="Shape 39">
            <a:extLst>
              <a:ext uri="{FF2B5EF4-FFF2-40B4-BE49-F238E27FC236}">
                <a16:creationId xmlns:a16="http://schemas.microsoft.com/office/drawing/2014/main" id="{455D22C1-4A36-4186-840A-ABD2DF5C351F}"/>
              </a:ext>
            </a:extLst>
          </p:cNvPr>
          <p:cNvSpPr>
            <a:spLocks noGrp="1"/>
          </p:cNvSpPr>
          <p:nvPr/>
        </p:nvSpPr>
        <p:spPr>
          <a:xfrm>
            <a:off x="0" y="54864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42" name="Shape 40">
            <a:extLst>
              <a:ext uri="{FF2B5EF4-FFF2-40B4-BE49-F238E27FC236}">
                <a16:creationId xmlns:a16="http://schemas.microsoft.com/office/drawing/2014/main" id="{7EE1A58A-C777-4FBD-98DC-64797A076192}"/>
              </a:ext>
            </a:extLst>
          </p:cNvPr>
          <p:cNvSpPr>
            <a:spLocks noGrp="1"/>
          </p:cNvSpPr>
          <p:nvPr/>
        </p:nvSpPr>
        <p:spPr>
          <a:xfrm>
            <a:off x="0" y="59436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43" name="Shape 41">
            <a:extLst>
              <a:ext uri="{FF2B5EF4-FFF2-40B4-BE49-F238E27FC236}">
                <a16:creationId xmlns:a16="http://schemas.microsoft.com/office/drawing/2014/main" id="{542342EE-BF37-4D1C-99B8-790E54A4FA93}"/>
              </a:ext>
            </a:extLst>
          </p:cNvPr>
          <p:cNvSpPr>
            <a:spLocks noGrp="1"/>
          </p:cNvSpPr>
          <p:nvPr/>
        </p:nvSpPr>
        <p:spPr>
          <a:xfrm>
            <a:off x="0" y="64008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44" name="Shape 42">
            <a:extLst>
              <a:ext uri="{FF2B5EF4-FFF2-40B4-BE49-F238E27FC236}">
                <a16:creationId xmlns:a16="http://schemas.microsoft.com/office/drawing/2014/main" id="{4914F221-D9D6-41FF-BB36-4DCEC5BAAE3F}"/>
              </a:ext>
            </a:extLst>
          </p:cNvPr>
          <p:cNvSpPr>
            <a:spLocks noGrp="1"/>
          </p:cNvSpPr>
          <p:nvPr/>
        </p:nvSpPr>
        <p:spPr>
          <a:xfrm>
            <a:off x="0" y="68580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pic>
        <p:nvPicPr>
          <p:cNvPr id="119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1904" y="164592"/>
            <a:ext cx="1024128" cy="265176"/>
          </a:xfrm>
          <a:prstGeom prst="rect">
            <a:avLst/>
          </a:prstGeom>
        </p:spPr>
      </p:pic>
      <p:sp>
        <p:nvSpPr>
          <p:cNvPr id="46" name="Text 43">
            <a:extLst>
              <a:ext uri="{FF2B5EF4-FFF2-40B4-BE49-F238E27FC236}">
                <a16:creationId xmlns:a16="http://schemas.microsoft.com/office/drawing/2014/main" id="{02C91573-692B-42F2-8AEB-E5D5187AC272}"/>
              </a:ext>
            </a:extLst>
          </p:cNvPr>
          <p:cNvSpPr>
            <a:spLocks noGrp="1"/>
          </p:cNvSpPr>
          <p:nvPr/>
        </p:nvSpPr>
        <p:spPr>
          <a:xfrm>
            <a:off x="566928" y="402336"/>
            <a:ext cx="6766560" cy="21945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000" b="1">
                <a:solidFill>
                  <a:srgbClr val="49657A"/>
                </a:solidFill>
                <a:latin typeface="Noto Sans TC"/>
                <a:ea typeface="Noto Sans TC"/>
                <a:cs typeface="Noto Sans TC"/>
              </a:rPr>
              <a:t>下午實作：本機 RAG 問答頁</a:t>
            </a:r>
          </a:p>
        </p:txBody>
      </p:sp>
      <p:sp>
        <p:nvSpPr>
          <p:cNvPr id="47" name="Text 44">
            <a:extLst>
              <a:ext uri="{FF2B5EF4-FFF2-40B4-BE49-F238E27FC236}">
                <a16:creationId xmlns:a16="http://schemas.microsoft.com/office/drawing/2014/main" id="{08E50757-B1FC-4548-B3A4-D8C2DADD4AD1}"/>
              </a:ext>
            </a:extLst>
          </p:cNvPr>
          <p:cNvSpPr>
            <a:spLocks noGrp="1"/>
          </p:cNvSpPr>
          <p:nvPr/>
        </p:nvSpPr>
        <p:spPr>
          <a:xfrm>
            <a:off x="566928" y="667512"/>
            <a:ext cx="9692640" cy="59436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3200" b="1">
                <a:solidFill>
                  <a:srgbClr val="153E6E"/>
                </a:solidFill>
                <a:latin typeface="Noto Sans TC"/>
                <a:ea typeface="Noto Sans TC"/>
                <a:cs typeface="Noto Sans TC"/>
              </a:rPr>
              <a:t>實際畫面：Streamlit RAG 問答與引用</a:t>
            </a:r>
          </a:p>
        </p:txBody>
      </p:sp>
      <p:sp>
        <p:nvSpPr>
          <p:cNvPr id="48" name="Shape 45">
            <a:extLst>
              <a:ext uri="{FF2B5EF4-FFF2-40B4-BE49-F238E27FC236}">
                <a16:creationId xmlns:a16="http://schemas.microsoft.com/office/drawing/2014/main" id="{8F0A688B-FFB1-4D73-B68D-D14E1751E5BB}"/>
              </a:ext>
            </a:extLst>
          </p:cNvPr>
          <p:cNvSpPr>
            <a:spLocks noGrp="1"/>
          </p:cNvSpPr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8255">
            <a:solidFill>
              <a:srgbClr val="D7E3EC"/>
            </a:solidFill>
            <a:prstDash val="solid"/>
          </a:ln>
        </p:spPr>
      </p:sp>
      <p:sp>
        <p:nvSpPr>
          <p:cNvPr id="49" name="Text 46">
            <a:extLst>
              <a:ext uri="{FF2B5EF4-FFF2-40B4-BE49-F238E27FC236}">
                <a16:creationId xmlns:a16="http://schemas.microsoft.com/office/drawing/2014/main" id="{805B3DC5-BAB0-45DA-A4B2-2A4E56A6B8B6}"/>
              </a:ext>
            </a:extLst>
          </p:cNvPr>
          <p:cNvSpPr>
            <a:spLocks noGrp="1"/>
          </p:cNvSpPr>
          <p:nvPr/>
        </p:nvSpPr>
        <p:spPr>
          <a:xfrm>
            <a:off x="530352" y="6510528"/>
            <a:ext cx="3200400" cy="18288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850" b="1">
                <a:solidFill>
                  <a:srgbClr val="6F8291"/>
                </a:solidFill>
                <a:latin typeface="Noto Sans TC"/>
                <a:ea typeface="Noto Sans TC"/>
                <a:cs typeface="Noto Sans TC"/>
              </a:rPr>
              <a:t>RAG</a:t>
            </a:r>
          </a:p>
        </p:txBody>
      </p:sp>
      <p:sp>
        <p:nvSpPr>
          <p:cNvPr id="50" name="Text 47">
            <a:extLst>
              <a:ext uri="{FF2B5EF4-FFF2-40B4-BE49-F238E27FC236}">
                <a16:creationId xmlns:a16="http://schemas.microsoft.com/office/drawing/2014/main" id="{E2652D25-5B26-4677-AF05-D42AAE5217C0}"/>
              </a:ext>
            </a:extLst>
          </p:cNvPr>
          <p:cNvSpPr>
            <a:spLocks noGrp="1"/>
          </p:cNvSpPr>
          <p:nvPr/>
        </p:nvSpPr>
        <p:spPr>
          <a:xfrm>
            <a:off x="11064240" y="6473952"/>
            <a:ext cx="548640" cy="20116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r">
              <a:buNone/>
            </a:pPr>
            <a:r>
              <a:rPr sz="1000" b="1">
                <a:solidFill>
                  <a:srgbClr val="6F8291"/>
                </a:solidFill>
                <a:latin typeface="Noto Sans TC"/>
                <a:ea typeface="Noto Sans TC"/>
                <a:cs typeface="Noto Sans TC"/>
              </a:rPr>
              <a:t>13</a:t>
            </a:r>
          </a:p>
        </p:txBody>
      </p:sp>
      <p:sp>
        <p:nvSpPr>
          <p:cNvPr id="51" name="Shape 48">
            <a:extLst>
              <a:ext uri="{FF2B5EF4-FFF2-40B4-BE49-F238E27FC236}">
                <a16:creationId xmlns:a16="http://schemas.microsoft.com/office/drawing/2014/main" id="{67C4A770-2442-456B-87B7-7F1E9A628635}"/>
              </a:ext>
            </a:extLst>
          </p:cNvPr>
          <p:cNvSpPr>
            <a:spLocks noGrp="1"/>
          </p:cNvSpPr>
          <p:nvPr/>
        </p:nvSpPr>
        <p:spPr>
          <a:xfrm>
            <a:off x="6419088" y="6492240"/>
            <a:ext cx="164592" cy="164592"/>
          </a:xfrm>
          <a:prstGeom prst="ellipse">
            <a:avLst/>
          </a:prstGeom>
          <a:solidFill>
            <a:srgbClr val="E8F1F8"/>
          </a:solidFill>
          <a:ln w="12700">
            <a:solidFill>
              <a:srgbClr val="E8F1F8"/>
            </a:solidFill>
            <a:prstDash val="solid"/>
          </a:ln>
        </p:spPr>
      </p:sp>
      <p:sp>
        <p:nvSpPr>
          <p:cNvPr id="52" name="Text 49">
            <a:extLst>
              <a:ext uri="{FF2B5EF4-FFF2-40B4-BE49-F238E27FC236}">
                <a16:creationId xmlns:a16="http://schemas.microsoft.com/office/drawing/2014/main" id="{76828F22-92B4-4344-BC07-CC7CB573B900}"/>
              </a:ext>
            </a:extLst>
          </p:cNvPr>
          <p:cNvSpPr>
            <a:spLocks noGrp="1"/>
          </p:cNvSpPr>
          <p:nvPr/>
        </p:nvSpPr>
        <p:spPr>
          <a:xfrm>
            <a:off x="6629400" y="6496812"/>
            <a:ext cx="164592" cy="14630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750" b="1">
                <a:solidFill>
                  <a:srgbClr val="6F8291"/>
                </a:solidFill>
                <a:latin typeface="Noto Sans TC"/>
                <a:ea typeface="Noto Sans TC"/>
                <a:cs typeface="Noto Sans TC"/>
              </a:rPr>
              <a:t>S</a:t>
            </a:r>
          </a:p>
        </p:txBody>
      </p:sp>
      <p:sp>
        <p:nvSpPr>
          <p:cNvPr id="53" name="Shape 50">
            <a:extLst>
              <a:ext uri="{FF2B5EF4-FFF2-40B4-BE49-F238E27FC236}">
                <a16:creationId xmlns:a16="http://schemas.microsoft.com/office/drawing/2014/main" id="{412B71BC-23B0-49E7-96D4-C9B2F3B24CF2}"/>
              </a:ext>
            </a:extLst>
          </p:cNvPr>
          <p:cNvSpPr>
            <a:spLocks noGrp="1"/>
          </p:cNvSpPr>
          <p:nvPr/>
        </p:nvSpPr>
        <p:spPr>
          <a:xfrm>
            <a:off x="6986016" y="6492240"/>
            <a:ext cx="164592" cy="164592"/>
          </a:xfrm>
          <a:prstGeom prst="ellipse">
            <a:avLst/>
          </a:prstGeom>
          <a:solidFill>
            <a:srgbClr val="E8F1F8"/>
          </a:solidFill>
          <a:ln w="12700">
            <a:solidFill>
              <a:srgbClr val="E8F1F8"/>
            </a:solidFill>
            <a:prstDash val="solid"/>
          </a:ln>
        </p:spPr>
      </p:sp>
      <p:sp>
        <p:nvSpPr>
          <p:cNvPr id="54" name="Text 51">
            <a:extLst>
              <a:ext uri="{FF2B5EF4-FFF2-40B4-BE49-F238E27FC236}">
                <a16:creationId xmlns:a16="http://schemas.microsoft.com/office/drawing/2014/main" id="{0DC31281-E820-4945-8C08-A56C266B878A}"/>
              </a:ext>
            </a:extLst>
          </p:cNvPr>
          <p:cNvSpPr>
            <a:spLocks noGrp="1"/>
          </p:cNvSpPr>
          <p:nvPr/>
        </p:nvSpPr>
        <p:spPr>
          <a:xfrm>
            <a:off x="7196328" y="6496812"/>
            <a:ext cx="164592" cy="14630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750" b="1">
                <a:solidFill>
                  <a:srgbClr val="6F8291"/>
                </a:solidFill>
                <a:latin typeface="Noto Sans TC"/>
                <a:ea typeface="Noto Sans TC"/>
                <a:cs typeface="Noto Sans TC"/>
              </a:rPr>
              <a:t>C</a:t>
            </a:r>
          </a:p>
        </p:txBody>
      </p:sp>
      <p:sp>
        <p:nvSpPr>
          <p:cNvPr id="55" name="Shape 52">
            <a:extLst>
              <a:ext uri="{FF2B5EF4-FFF2-40B4-BE49-F238E27FC236}">
                <a16:creationId xmlns:a16="http://schemas.microsoft.com/office/drawing/2014/main" id="{079D2EDE-A409-4AA7-8C3E-35662D61533E}"/>
              </a:ext>
            </a:extLst>
          </p:cNvPr>
          <p:cNvSpPr>
            <a:spLocks noGrp="1"/>
          </p:cNvSpPr>
          <p:nvPr/>
        </p:nvSpPr>
        <p:spPr>
          <a:xfrm>
            <a:off x="7552944" y="6492240"/>
            <a:ext cx="164592" cy="164592"/>
          </a:xfrm>
          <a:prstGeom prst="ellipse">
            <a:avLst/>
          </a:prstGeom>
          <a:solidFill>
            <a:srgbClr val="E8F1F8"/>
          </a:solidFill>
          <a:ln w="12700">
            <a:solidFill>
              <a:srgbClr val="E8F1F8"/>
            </a:solidFill>
            <a:prstDash val="solid"/>
          </a:ln>
        </p:spPr>
      </p:sp>
      <p:sp>
        <p:nvSpPr>
          <p:cNvPr id="56" name="Text 53">
            <a:extLst>
              <a:ext uri="{FF2B5EF4-FFF2-40B4-BE49-F238E27FC236}">
                <a16:creationId xmlns:a16="http://schemas.microsoft.com/office/drawing/2014/main" id="{9B7C6426-7E05-427D-81AE-1B02CE2E512F}"/>
              </a:ext>
            </a:extLst>
          </p:cNvPr>
          <p:cNvSpPr>
            <a:spLocks noGrp="1"/>
          </p:cNvSpPr>
          <p:nvPr/>
        </p:nvSpPr>
        <p:spPr>
          <a:xfrm>
            <a:off x="7763256" y="6496812"/>
            <a:ext cx="164592" cy="14630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750" b="1">
                <a:solidFill>
                  <a:srgbClr val="6F8291"/>
                </a:solidFill>
                <a:latin typeface="Noto Sans TC"/>
                <a:ea typeface="Noto Sans TC"/>
                <a:cs typeface="Noto Sans TC"/>
              </a:rPr>
              <a:t>P</a:t>
            </a:r>
          </a:p>
        </p:txBody>
      </p:sp>
      <p:sp>
        <p:nvSpPr>
          <p:cNvPr id="57" name="Shape 54">
            <a:extLst>
              <a:ext uri="{FF2B5EF4-FFF2-40B4-BE49-F238E27FC236}">
                <a16:creationId xmlns:a16="http://schemas.microsoft.com/office/drawing/2014/main" id="{919CB9A9-2BFE-48B1-B21C-255C48FFD20A}"/>
              </a:ext>
            </a:extLst>
          </p:cNvPr>
          <p:cNvSpPr>
            <a:spLocks noGrp="1"/>
          </p:cNvSpPr>
          <p:nvPr/>
        </p:nvSpPr>
        <p:spPr>
          <a:xfrm>
            <a:off x="8119872" y="6492240"/>
            <a:ext cx="164592" cy="164592"/>
          </a:xfrm>
          <a:prstGeom prst="ellipse">
            <a:avLst/>
          </a:prstGeom>
          <a:solidFill>
            <a:srgbClr val="E8F1F8"/>
          </a:solidFill>
          <a:ln w="12700">
            <a:solidFill>
              <a:srgbClr val="E8F1F8"/>
            </a:solidFill>
            <a:prstDash val="solid"/>
          </a:ln>
        </p:spPr>
      </p:sp>
      <p:sp>
        <p:nvSpPr>
          <p:cNvPr id="58" name="Text 55">
            <a:extLst>
              <a:ext uri="{FF2B5EF4-FFF2-40B4-BE49-F238E27FC236}">
                <a16:creationId xmlns:a16="http://schemas.microsoft.com/office/drawing/2014/main" id="{3ABD3C24-EF91-4055-833F-214915C18EB3}"/>
              </a:ext>
            </a:extLst>
          </p:cNvPr>
          <p:cNvSpPr>
            <a:spLocks noGrp="1"/>
          </p:cNvSpPr>
          <p:nvPr/>
        </p:nvSpPr>
        <p:spPr>
          <a:xfrm>
            <a:off x="8330184" y="6496812"/>
            <a:ext cx="164592" cy="14630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750" b="1">
                <a:solidFill>
                  <a:srgbClr val="6F8291"/>
                </a:solidFill>
                <a:latin typeface="Noto Sans TC"/>
                <a:ea typeface="Noto Sans TC"/>
                <a:cs typeface="Noto Sans TC"/>
              </a:rPr>
              <a:t>A</a:t>
            </a:r>
          </a:p>
        </p:txBody>
      </p:sp>
      <p:sp>
        <p:nvSpPr>
          <p:cNvPr id="59" name="Shape 56">
            <a:extLst>
              <a:ext uri="{FF2B5EF4-FFF2-40B4-BE49-F238E27FC236}">
                <a16:creationId xmlns:a16="http://schemas.microsoft.com/office/drawing/2014/main" id="{1D6DF389-DF37-4379-B381-F633A1F5FBCF}"/>
              </a:ext>
            </a:extLst>
          </p:cNvPr>
          <p:cNvSpPr>
            <a:spLocks noGrp="1"/>
          </p:cNvSpPr>
          <p:nvPr/>
        </p:nvSpPr>
        <p:spPr>
          <a:xfrm>
            <a:off x="8686800" y="6492240"/>
            <a:ext cx="164592" cy="164592"/>
          </a:xfrm>
          <a:prstGeom prst="ellipse">
            <a:avLst/>
          </a:prstGeom>
          <a:solidFill>
            <a:srgbClr val="3679B9"/>
          </a:solidFill>
          <a:ln w="12700">
            <a:solidFill>
              <a:srgbClr val="3679B9"/>
            </a:solidFill>
            <a:prstDash val="solid"/>
          </a:ln>
        </p:spPr>
      </p:sp>
      <p:sp>
        <p:nvSpPr>
          <p:cNvPr id="60" name="Text 57">
            <a:extLst>
              <a:ext uri="{FF2B5EF4-FFF2-40B4-BE49-F238E27FC236}">
                <a16:creationId xmlns:a16="http://schemas.microsoft.com/office/drawing/2014/main" id="{DE833388-7EFB-4F8C-8934-D173131B469E}"/>
              </a:ext>
            </a:extLst>
          </p:cNvPr>
          <p:cNvSpPr>
            <a:spLocks noGrp="1"/>
          </p:cNvSpPr>
          <p:nvPr/>
        </p:nvSpPr>
        <p:spPr>
          <a:xfrm>
            <a:off x="8897112" y="6496812"/>
            <a:ext cx="164592" cy="14630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750" b="1">
                <a:solidFill>
                  <a:srgbClr val="6F8291"/>
                </a:solidFill>
                <a:latin typeface="Noto Sans TC"/>
                <a:ea typeface="Noto Sans TC"/>
                <a:cs typeface="Noto Sans TC"/>
              </a:rPr>
              <a:t>R</a:t>
            </a:r>
          </a:p>
        </p:txBody>
      </p:sp>
      <p:sp>
        <p:nvSpPr>
          <p:cNvPr id="61" name="Shape 58">
            <a:extLst>
              <a:ext uri="{FF2B5EF4-FFF2-40B4-BE49-F238E27FC236}">
                <a16:creationId xmlns:a16="http://schemas.microsoft.com/office/drawing/2014/main" id="{1A2B844A-2176-4B13-8BD0-2795C8F1FD4A}"/>
              </a:ext>
            </a:extLst>
          </p:cNvPr>
          <p:cNvSpPr>
            <a:spLocks noGrp="1"/>
          </p:cNvSpPr>
          <p:nvPr/>
        </p:nvSpPr>
        <p:spPr>
          <a:xfrm>
            <a:off x="9253728" y="6492240"/>
            <a:ext cx="164592" cy="164592"/>
          </a:xfrm>
          <a:prstGeom prst="ellipse">
            <a:avLst/>
          </a:prstGeom>
          <a:solidFill>
            <a:srgbClr val="E8F1F8"/>
          </a:solidFill>
          <a:ln w="12700">
            <a:solidFill>
              <a:srgbClr val="E8F1F8"/>
            </a:solidFill>
            <a:prstDash val="solid"/>
          </a:ln>
        </p:spPr>
      </p:sp>
      <p:sp>
        <p:nvSpPr>
          <p:cNvPr id="62" name="Text 59">
            <a:extLst>
              <a:ext uri="{FF2B5EF4-FFF2-40B4-BE49-F238E27FC236}">
                <a16:creationId xmlns:a16="http://schemas.microsoft.com/office/drawing/2014/main" id="{F6DA128C-2884-4578-A7A0-0ED3C548DB13}"/>
              </a:ext>
            </a:extLst>
          </p:cNvPr>
          <p:cNvSpPr>
            <a:spLocks noGrp="1"/>
          </p:cNvSpPr>
          <p:nvPr/>
        </p:nvSpPr>
        <p:spPr>
          <a:xfrm>
            <a:off x="9464040" y="6496812"/>
            <a:ext cx="164592" cy="14630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750" b="1">
                <a:solidFill>
                  <a:srgbClr val="6F8291"/>
                </a:solidFill>
                <a:latin typeface="Noto Sans TC"/>
                <a:ea typeface="Noto Sans TC"/>
                <a:cs typeface="Noto Sans TC"/>
              </a:rPr>
              <a:t>I</a:t>
            </a:r>
          </a:p>
        </p:txBody>
      </p:sp>
      <p:pic>
        <p:nvPicPr>
          <p:cNvPr id="63" name="圖片 62">
            <a:extLst>
              <a:ext uri="{FF2B5EF4-FFF2-40B4-BE49-F238E27FC236}">
                <a16:creationId xmlns:a16="http://schemas.microsoft.com/office/drawing/2014/main" id="{03CAEFB0-8ED1-D8B2-B50C-8E3F9FED7F7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211" b="1920"/>
          <a:stretch>
            <a:fillRect/>
          </a:stretch>
        </p:blipFill>
        <p:spPr>
          <a:xfrm>
            <a:off x="1182400" y="1313560"/>
            <a:ext cx="9522400" cy="4872352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61631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D2EAF5C-9009-4E1C-B89C-D7D89B426A3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A0A3539-449E-4BA9-9113-994A533B4B4A}"/>
              </a:ext>
            </a:extLst>
          </p:cNvPr>
          <p:cNvSpPr>
            <a:spLocks noGrp="1"/>
          </p:cNvSpPr>
          <p:nvPr/>
        </p:nvSpPr>
        <p:spPr>
          <a:xfrm>
            <a:off x="4572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3273BECC-4F63-4147-A0BA-CBD6C0462D5A}"/>
              </a:ext>
            </a:extLst>
          </p:cNvPr>
          <p:cNvSpPr>
            <a:spLocks noGrp="1"/>
          </p:cNvSpPr>
          <p:nvPr/>
        </p:nvSpPr>
        <p:spPr>
          <a:xfrm>
            <a:off x="9144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BD50C20C-4625-48DB-9FF1-183F367C2291}"/>
              </a:ext>
            </a:extLst>
          </p:cNvPr>
          <p:cNvSpPr>
            <a:spLocks noGrp="1"/>
          </p:cNvSpPr>
          <p:nvPr/>
        </p:nvSpPr>
        <p:spPr>
          <a:xfrm>
            <a:off x="13716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CF589329-0CDF-4E28-9D44-257216B73CA5}"/>
              </a:ext>
            </a:extLst>
          </p:cNvPr>
          <p:cNvSpPr>
            <a:spLocks noGrp="1"/>
          </p:cNvSpPr>
          <p:nvPr/>
        </p:nvSpPr>
        <p:spPr>
          <a:xfrm>
            <a:off x="18288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41953766-956D-411E-93BB-1743FC5DF11B}"/>
              </a:ext>
            </a:extLst>
          </p:cNvPr>
          <p:cNvSpPr>
            <a:spLocks noGrp="1"/>
          </p:cNvSpPr>
          <p:nvPr/>
        </p:nvSpPr>
        <p:spPr>
          <a:xfrm>
            <a:off x="22860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EBED72E1-1092-43DC-88EB-2A95C6D813EA}"/>
              </a:ext>
            </a:extLst>
          </p:cNvPr>
          <p:cNvSpPr>
            <a:spLocks noGrp="1"/>
          </p:cNvSpPr>
          <p:nvPr/>
        </p:nvSpPr>
        <p:spPr>
          <a:xfrm>
            <a:off x="27432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C4A87ADA-FD6C-4B74-B953-869EB3EF21DE}"/>
              </a:ext>
            </a:extLst>
          </p:cNvPr>
          <p:cNvSpPr>
            <a:spLocks noGrp="1"/>
          </p:cNvSpPr>
          <p:nvPr/>
        </p:nvSpPr>
        <p:spPr>
          <a:xfrm>
            <a:off x="32004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05C69A2A-6D34-426B-B68D-42A9D10AF384}"/>
              </a:ext>
            </a:extLst>
          </p:cNvPr>
          <p:cNvSpPr>
            <a:spLocks noGrp="1"/>
          </p:cNvSpPr>
          <p:nvPr/>
        </p:nvSpPr>
        <p:spPr>
          <a:xfrm>
            <a:off x="36576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886CE5BA-CFAD-4872-AE2A-2AEF67AD2749}"/>
              </a:ext>
            </a:extLst>
          </p:cNvPr>
          <p:cNvSpPr>
            <a:spLocks noGrp="1"/>
          </p:cNvSpPr>
          <p:nvPr/>
        </p:nvSpPr>
        <p:spPr>
          <a:xfrm>
            <a:off x="41148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E592C3A7-EB52-405E-AFE0-47F99A4A8F48}"/>
              </a:ext>
            </a:extLst>
          </p:cNvPr>
          <p:cNvSpPr>
            <a:spLocks noGrp="1"/>
          </p:cNvSpPr>
          <p:nvPr/>
        </p:nvSpPr>
        <p:spPr>
          <a:xfrm>
            <a:off x="45720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F9D78CD2-C23D-4A38-98D5-1368A2FB29B1}"/>
              </a:ext>
            </a:extLst>
          </p:cNvPr>
          <p:cNvSpPr>
            <a:spLocks noGrp="1"/>
          </p:cNvSpPr>
          <p:nvPr/>
        </p:nvSpPr>
        <p:spPr>
          <a:xfrm>
            <a:off x="50292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70DFC3E8-5112-43F5-9C36-23AD09061FB6}"/>
              </a:ext>
            </a:extLst>
          </p:cNvPr>
          <p:cNvSpPr>
            <a:spLocks noGrp="1"/>
          </p:cNvSpPr>
          <p:nvPr/>
        </p:nvSpPr>
        <p:spPr>
          <a:xfrm>
            <a:off x="54864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6CB06EB5-3527-4697-88E8-49061D394D05}"/>
              </a:ext>
            </a:extLst>
          </p:cNvPr>
          <p:cNvSpPr>
            <a:spLocks noGrp="1"/>
          </p:cNvSpPr>
          <p:nvPr/>
        </p:nvSpPr>
        <p:spPr>
          <a:xfrm>
            <a:off x="59436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09845F82-3031-41A6-A5D9-3F07EBCD81C3}"/>
              </a:ext>
            </a:extLst>
          </p:cNvPr>
          <p:cNvSpPr>
            <a:spLocks noGrp="1"/>
          </p:cNvSpPr>
          <p:nvPr/>
        </p:nvSpPr>
        <p:spPr>
          <a:xfrm>
            <a:off x="64008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5895AEDA-3794-44C3-9386-79DCE07D97C8}"/>
              </a:ext>
            </a:extLst>
          </p:cNvPr>
          <p:cNvSpPr>
            <a:spLocks noGrp="1"/>
          </p:cNvSpPr>
          <p:nvPr/>
        </p:nvSpPr>
        <p:spPr>
          <a:xfrm>
            <a:off x="68580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61E50351-BE91-4870-ACCC-E778D4061838}"/>
              </a:ext>
            </a:extLst>
          </p:cNvPr>
          <p:cNvSpPr>
            <a:spLocks noGrp="1"/>
          </p:cNvSpPr>
          <p:nvPr/>
        </p:nvSpPr>
        <p:spPr>
          <a:xfrm>
            <a:off x="73152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A8452EE1-62E6-472C-B81F-C387A03D3324}"/>
              </a:ext>
            </a:extLst>
          </p:cNvPr>
          <p:cNvSpPr>
            <a:spLocks noGrp="1"/>
          </p:cNvSpPr>
          <p:nvPr/>
        </p:nvSpPr>
        <p:spPr>
          <a:xfrm>
            <a:off x="77724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2B684970-B990-4C4B-8BC3-ADBFBB768F87}"/>
              </a:ext>
            </a:extLst>
          </p:cNvPr>
          <p:cNvSpPr>
            <a:spLocks noGrp="1"/>
          </p:cNvSpPr>
          <p:nvPr/>
        </p:nvSpPr>
        <p:spPr>
          <a:xfrm>
            <a:off x="82296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BE3F2F44-655C-4465-8DFC-61D999C544C4}"/>
              </a:ext>
            </a:extLst>
          </p:cNvPr>
          <p:cNvSpPr>
            <a:spLocks noGrp="1"/>
          </p:cNvSpPr>
          <p:nvPr/>
        </p:nvSpPr>
        <p:spPr>
          <a:xfrm>
            <a:off x="86868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1458855E-7F4D-499F-9049-F93F7C86B9A8}"/>
              </a:ext>
            </a:extLst>
          </p:cNvPr>
          <p:cNvSpPr>
            <a:spLocks noGrp="1"/>
          </p:cNvSpPr>
          <p:nvPr/>
        </p:nvSpPr>
        <p:spPr>
          <a:xfrm>
            <a:off x="91440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95CE76BB-0D9F-41C2-8415-2725E98FC7AA}"/>
              </a:ext>
            </a:extLst>
          </p:cNvPr>
          <p:cNvSpPr>
            <a:spLocks noGrp="1"/>
          </p:cNvSpPr>
          <p:nvPr/>
        </p:nvSpPr>
        <p:spPr>
          <a:xfrm>
            <a:off x="96012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DD571E35-B7C3-44F5-87F7-CAE818DC0837}"/>
              </a:ext>
            </a:extLst>
          </p:cNvPr>
          <p:cNvSpPr>
            <a:spLocks noGrp="1"/>
          </p:cNvSpPr>
          <p:nvPr/>
        </p:nvSpPr>
        <p:spPr>
          <a:xfrm>
            <a:off x="100584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4B6A83B5-8B18-4DCD-80D7-85A2E6F67CB0}"/>
              </a:ext>
            </a:extLst>
          </p:cNvPr>
          <p:cNvSpPr>
            <a:spLocks noGrp="1"/>
          </p:cNvSpPr>
          <p:nvPr/>
        </p:nvSpPr>
        <p:spPr>
          <a:xfrm>
            <a:off x="105156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2AC6EB61-A747-4B06-86A9-C6F72D7AC28B}"/>
              </a:ext>
            </a:extLst>
          </p:cNvPr>
          <p:cNvSpPr>
            <a:spLocks noGrp="1"/>
          </p:cNvSpPr>
          <p:nvPr/>
        </p:nvSpPr>
        <p:spPr>
          <a:xfrm>
            <a:off x="109728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F73B84B7-F520-48EE-933A-E9A6C27F02DD}"/>
              </a:ext>
            </a:extLst>
          </p:cNvPr>
          <p:cNvSpPr>
            <a:spLocks noGrp="1"/>
          </p:cNvSpPr>
          <p:nvPr/>
        </p:nvSpPr>
        <p:spPr>
          <a:xfrm>
            <a:off x="114300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38C9CE4D-FFF3-4B99-B494-AA49DD798CA3}"/>
              </a:ext>
            </a:extLst>
          </p:cNvPr>
          <p:cNvSpPr>
            <a:spLocks noGrp="1"/>
          </p:cNvSpPr>
          <p:nvPr/>
        </p:nvSpPr>
        <p:spPr>
          <a:xfrm>
            <a:off x="118872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A45D6114-2343-4AAE-A41D-641A4EE0ECC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5947382C-7314-4CC3-891A-4E19CD73F201}"/>
              </a:ext>
            </a:extLst>
          </p:cNvPr>
          <p:cNvSpPr>
            <a:spLocks noGrp="1"/>
          </p:cNvSpPr>
          <p:nvPr/>
        </p:nvSpPr>
        <p:spPr>
          <a:xfrm>
            <a:off x="0" y="4572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31" name="Shape 29">
            <a:extLst>
              <a:ext uri="{FF2B5EF4-FFF2-40B4-BE49-F238E27FC236}">
                <a16:creationId xmlns:a16="http://schemas.microsoft.com/office/drawing/2014/main" id="{AAA90533-D2CC-4BBC-A8A5-BBE22F9366CD}"/>
              </a:ext>
            </a:extLst>
          </p:cNvPr>
          <p:cNvSpPr>
            <a:spLocks noGrp="1"/>
          </p:cNvSpPr>
          <p:nvPr/>
        </p:nvSpPr>
        <p:spPr>
          <a:xfrm>
            <a:off x="0" y="9144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32" name="Shape 30">
            <a:extLst>
              <a:ext uri="{FF2B5EF4-FFF2-40B4-BE49-F238E27FC236}">
                <a16:creationId xmlns:a16="http://schemas.microsoft.com/office/drawing/2014/main" id="{D259F2E0-D168-4E0E-BD5A-BB82E4A9111E}"/>
              </a:ext>
            </a:extLst>
          </p:cNvPr>
          <p:cNvSpPr>
            <a:spLocks noGrp="1"/>
          </p:cNvSpPr>
          <p:nvPr/>
        </p:nvSpPr>
        <p:spPr>
          <a:xfrm>
            <a:off x="0" y="13716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33" name="Shape 31">
            <a:extLst>
              <a:ext uri="{FF2B5EF4-FFF2-40B4-BE49-F238E27FC236}">
                <a16:creationId xmlns:a16="http://schemas.microsoft.com/office/drawing/2014/main" id="{DDA1C46F-FF0B-4C71-9C99-DBF4AE15701F}"/>
              </a:ext>
            </a:extLst>
          </p:cNvPr>
          <p:cNvSpPr>
            <a:spLocks noGrp="1"/>
          </p:cNvSpPr>
          <p:nvPr/>
        </p:nvSpPr>
        <p:spPr>
          <a:xfrm>
            <a:off x="0" y="18288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34" name="Shape 32">
            <a:extLst>
              <a:ext uri="{FF2B5EF4-FFF2-40B4-BE49-F238E27FC236}">
                <a16:creationId xmlns:a16="http://schemas.microsoft.com/office/drawing/2014/main" id="{CB017E80-8357-4BE9-A354-A1AB4C3DC753}"/>
              </a:ext>
            </a:extLst>
          </p:cNvPr>
          <p:cNvSpPr>
            <a:spLocks noGrp="1"/>
          </p:cNvSpPr>
          <p:nvPr/>
        </p:nvSpPr>
        <p:spPr>
          <a:xfrm>
            <a:off x="0" y="22860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35" name="Shape 33">
            <a:extLst>
              <a:ext uri="{FF2B5EF4-FFF2-40B4-BE49-F238E27FC236}">
                <a16:creationId xmlns:a16="http://schemas.microsoft.com/office/drawing/2014/main" id="{73547474-E700-4254-BEB6-4BE6DDE4C036}"/>
              </a:ext>
            </a:extLst>
          </p:cNvPr>
          <p:cNvSpPr>
            <a:spLocks noGrp="1"/>
          </p:cNvSpPr>
          <p:nvPr/>
        </p:nvSpPr>
        <p:spPr>
          <a:xfrm>
            <a:off x="0" y="27432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36" name="Shape 34">
            <a:extLst>
              <a:ext uri="{FF2B5EF4-FFF2-40B4-BE49-F238E27FC236}">
                <a16:creationId xmlns:a16="http://schemas.microsoft.com/office/drawing/2014/main" id="{A5CEFA16-53E3-4738-87EC-3015DC3F40A4}"/>
              </a:ext>
            </a:extLst>
          </p:cNvPr>
          <p:cNvSpPr>
            <a:spLocks noGrp="1"/>
          </p:cNvSpPr>
          <p:nvPr/>
        </p:nvSpPr>
        <p:spPr>
          <a:xfrm>
            <a:off x="0" y="32004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37" name="Shape 35">
            <a:extLst>
              <a:ext uri="{FF2B5EF4-FFF2-40B4-BE49-F238E27FC236}">
                <a16:creationId xmlns:a16="http://schemas.microsoft.com/office/drawing/2014/main" id="{81E03CE3-DAC5-4C7E-81E8-FB91B27ADE24}"/>
              </a:ext>
            </a:extLst>
          </p:cNvPr>
          <p:cNvSpPr>
            <a:spLocks noGrp="1"/>
          </p:cNvSpPr>
          <p:nvPr/>
        </p:nvSpPr>
        <p:spPr>
          <a:xfrm>
            <a:off x="0" y="36576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38" name="Shape 36">
            <a:extLst>
              <a:ext uri="{FF2B5EF4-FFF2-40B4-BE49-F238E27FC236}">
                <a16:creationId xmlns:a16="http://schemas.microsoft.com/office/drawing/2014/main" id="{95209F3E-1D36-430D-A51D-EADA7C9883F3}"/>
              </a:ext>
            </a:extLst>
          </p:cNvPr>
          <p:cNvSpPr>
            <a:spLocks noGrp="1"/>
          </p:cNvSpPr>
          <p:nvPr/>
        </p:nvSpPr>
        <p:spPr>
          <a:xfrm>
            <a:off x="0" y="41148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39" name="Shape 37">
            <a:extLst>
              <a:ext uri="{FF2B5EF4-FFF2-40B4-BE49-F238E27FC236}">
                <a16:creationId xmlns:a16="http://schemas.microsoft.com/office/drawing/2014/main" id="{C7D5580B-3D08-4E9C-981B-C57B6A0A5D1C}"/>
              </a:ext>
            </a:extLst>
          </p:cNvPr>
          <p:cNvSpPr>
            <a:spLocks noGrp="1"/>
          </p:cNvSpPr>
          <p:nvPr/>
        </p:nvSpPr>
        <p:spPr>
          <a:xfrm>
            <a:off x="0" y="45720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40" name="Shape 38">
            <a:extLst>
              <a:ext uri="{FF2B5EF4-FFF2-40B4-BE49-F238E27FC236}">
                <a16:creationId xmlns:a16="http://schemas.microsoft.com/office/drawing/2014/main" id="{DCB0DC52-00AA-40D1-A1FA-8832894D8C4D}"/>
              </a:ext>
            </a:extLst>
          </p:cNvPr>
          <p:cNvSpPr>
            <a:spLocks noGrp="1"/>
          </p:cNvSpPr>
          <p:nvPr/>
        </p:nvSpPr>
        <p:spPr>
          <a:xfrm>
            <a:off x="0" y="50292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41" name="Shape 39">
            <a:extLst>
              <a:ext uri="{FF2B5EF4-FFF2-40B4-BE49-F238E27FC236}">
                <a16:creationId xmlns:a16="http://schemas.microsoft.com/office/drawing/2014/main" id="{101ECD84-7315-46CD-A87E-754D7550CF86}"/>
              </a:ext>
            </a:extLst>
          </p:cNvPr>
          <p:cNvSpPr>
            <a:spLocks noGrp="1"/>
          </p:cNvSpPr>
          <p:nvPr/>
        </p:nvSpPr>
        <p:spPr>
          <a:xfrm>
            <a:off x="0" y="54864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42" name="Shape 40">
            <a:extLst>
              <a:ext uri="{FF2B5EF4-FFF2-40B4-BE49-F238E27FC236}">
                <a16:creationId xmlns:a16="http://schemas.microsoft.com/office/drawing/2014/main" id="{46AA6066-A5D5-45CE-A165-1EC453034CA4}"/>
              </a:ext>
            </a:extLst>
          </p:cNvPr>
          <p:cNvSpPr>
            <a:spLocks noGrp="1"/>
          </p:cNvSpPr>
          <p:nvPr/>
        </p:nvSpPr>
        <p:spPr>
          <a:xfrm>
            <a:off x="0" y="59436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43" name="Shape 41">
            <a:extLst>
              <a:ext uri="{FF2B5EF4-FFF2-40B4-BE49-F238E27FC236}">
                <a16:creationId xmlns:a16="http://schemas.microsoft.com/office/drawing/2014/main" id="{C5615B41-11E4-4C71-8230-14D7BA6F4292}"/>
              </a:ext>
            </a:extLst>
          </p:cNvPr>
          <p:cNvSpPr>
            <a:spLocks noGrp="1"/>
          </p:cNvSpPr>
          <p:nvPr/>
        </p:nvSpPr>
        <p:spPr>
          <a:xfrm>
            <a:off x="0" y="64008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44" name="Shape 42">
            <a:extLst>
              <a:ext uri="{FF2B5EF4-FFF2-40B4-BE49-F238E27FC236}">
                <a16:creationId xmlns:a16="http://schemas.microsoft.com/office/drawing/2014/main" id="{F577D2A0-1367-42A8-BF80-0FA538DEDEE0}"/>
              </a:ext>
            </a:extLst>
          </p:cNvPr>
          <p:cNvSpPr>
            <a:spLocks noGrp="1"/>
          </p:cNvSpPr>
          <p:nvPr/>
        </p:nvSpPr>
        <p:spPr>
          <a:xfrm>
            <a:off x="0" y="68580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pic>
        <p:nvPicPr>
          <p:cNvPr id="128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1904" y="164592"/>
            <a:ext cx="1024128" cy="265176"/>
          </a:xfrm>
          <a:prstGeom prst="rect">
            <a:avLst/>
          </a:prstGeom>
        </p:spPr>
      </p:pic>
      <p:sp>
        <p:nvSpPr>
          <p:cNvPr id="46" name="Text 43">
            <a:extLst>
              <a:ext uri="{FF2B5EF4-FFF2-40B4-BE49-F238E27FC236}">
                <a16:creationId xmlns:a16="http://schemas.microsoft.com/office/drawing/2014/main" id="{10BB6A60-B8C5-473E-B473-D427FE2EF270}"/>
              </a:ext>
            </a:extLst>
          </p:cNvPr>
          <p:cNvSpPr>
            <a:spLocks noGrp="1"/>
          </p:cNvSpPr>
          <p:nvPr/>
        </p:nvSpPr>
        <p:spPr>
          <a:xfrm>
            <a:off x="566928" y="402336"/>
            <a:ext cx="6766560" cy="21945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000" b="1">
                <a:solidFill>
                  <a:srgbClr val="49657A"/>
                </a:solidFill>
                <a:latin typeface="Noto Sans TC"/>
                <a:ea typeface="Noto Sans TC"/>
                <a:cs typeface="Noto Sans TC"/>
              </a:rPr>
              <a:t>四類 RAG 測試</a:t>
            </a:r>
          </a:p>
        </p:txBody>
      </p:sp>
      <p:sp>
        <p:nvSpPr>
          <p:cNvPr id="47" name="Text 44">
            <a:extLst>
              <a:ext uri="{FF2B5EF4-FFF2-40B4-BE49-F238E27FC236}">
                <a16:creationId xmlns:a16="http://schemas.microsoft.com/office/drawing/2014/main" id="{FEA1688A-CBE4-4168-9119-89C14F9930E9}"/>
              </a:ext>
            </a:extLst>
          </p:cNvPr>
          <p:cNvSpPr>
            <a:spLocks noGrp="1"/>
          </p:cNvSpPr>
          <p:nvPr/>
        </p:nvSpPr>
        <p:spPr>
          <a:xfrm>
            <a:off x="566928" y="667512"/>
            <a:ext cx="9692640" cy="59436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3200" b="1">
                <a:solidFill>
                  <a:srgbClr val="153E6E"/>
                </a:solidFill>
                <a:latin typeface="Noto Sans TC"/>
                <a:ea typeface="Noto Sans TC"/>
                <a:cs typeface="Noto Sans TC"/>
              </a:rPr>
              <a:t>兩種測試結果：answered 與 needs_context</a:t>
            </a:r>
          </a:p>
        </p:txBody>
      </p:sp>
      <p:sp>
        <p:nvSpPr>
          <p:cNvPr id="48" name="Shape 45">
            <a:extLst>
              <a:ext uri="{FF2B5EF4-FFF2-40B4-BE49-F238E27FC236}">
                <a16:creationId xmlns:a16="http://schemas.microsoft.com/office/drawing/2014/main" id="{59D9D641-D271-40F0-ABAF-8A3BCCE5EF4D}"/>
              </a:ext>
            </a:extLst>
          </p:cNvPr>
          <p:cNvSpPr>
            <a:spLocks noGrp="1"/>
          </p:cNvSpPr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8255">
            <a:solidFill>
              <a:srgbClr val="D7E3EC"/>
            </a:solidFill>
            <a:prstDash val="solid"/>
          </a:ln>
        </p:spPr>
      </p:sp>
      <p:sp>
        <p:nvSpPr>
          <p:cNvPr id="49" name="Text 46">
            <a:extLst>
              <a:ext uri="{FF2B5EF4-FFF2-40B4-BE49-F238E27FC236}">
                <a16:creationId xmlns:a16="http://schemas.microsoft.com/office/drawing/2014/main" id="{6C67216F-080F-4FF6-9A1D-A60DD206B31B}"/>
              </a:ext>
            </a:extLst>
          </p:cNvPr>
          <p:cNvSpPr>
            <a:spLocks noGrp="1"/>
          </p:cNvSpPr>
          <p:nvPr/>
        </p:nvSpPr>
        <p:spPr>
          <a:xfrm>
            <a:off x="530352" y="6510528"/>
            <a:ext cx="3200400" cy="18288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850" b="1">
                <a:solidFill>
                  <a:srgbClr val="6F8291"/>
                </a:solidFill>
                <a:latin typeface="Noto Sans TC"/>
                <a:ea typeface="Noto Sans TC"/>
                <a:cs typeface="Noto Sans TC"/>
              </a:rPr>
              <a:t>RAG</a:t>
            </a:r>
          </a:p>
        </p:txBody>
      </p:sp>
      <p:sp>
        <p:nvSpPr>
          <p:cNvPr id="50" name="Text 47">
            <a:extLst>
              <a:ext uri="{FF2B5EF4-FFF2-40B4-BE49-F238E27FC236}">
                <a16:creationId xmlns:a16="http://schemas.microsoft.com/office/drawing/2014/main" id="{6FBD682B-F778-4217-817E-EFA7CFC1BAC4}"/>
              </a:ext>
            </a:extLst>
          </p:cNvPr>
          <p:cNvSpPr>
            <a:spLocks noGrp="1"/>
          </p:cNvSpPr>
          <p:nvPr/>
        </p:nvSpPr>
        <p:spPr>
          <a:xfrm>
            <a:off x="11064240" y="6473952"/>
            <a:ext cx="548640" cy="20116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r">
              <a:buNone/>
            </a:pPr>
            <a:r>
              <a:rPr sz="1000" b="1">
                <a:solidFill>
                  <a:srgbClr val="6F8291"/>
                </a:solidFill>
                <a:latin typeface="Noto Sans TC"/>
                <a:ea typeface="Noto Sans TC"/>
                <a:cs typeface="Noto Sans TC"/>
              </a:rPr>
              <a:t>14</a:t>
            </a:r>
          </a:p>
        </p:txBody>
      </p:sp>
      <p:sp>
        <p:nvSpPr>
          <p:cNvPr id="51" name="Shape 48">
            <a:extLst>
              <a:ext uri="{FF2B5EF4-FFF2-40B4-BE49-F238E27FC236}">
                <a16:creationId xmlns:a16="http://schemas.microsoft.com/office/drawing/2014/main" id="{3CE8A88E-A5AB-48EE-97C3-C17383A077E4}"/>
              </a:ext>
            </a:extLst>
          </p:cNvPr>
          <p:cNvSpPr>
            <a:spLocks noGrp="1"/>
          </p:cNvSpPr>
          <p:nvPr/>
        </p:nvSpPr>
        <p:spPr>
          <a:xfrm>
            <a:off x="6419088" y="6492240"/>
            <a:ext cx="164592" cy="164592"/>
          </a:xfrm>
          <a:prstGeom prst="ellipse">
            <a:avLst/>
          </a:prstGeom>
          <a:solidFill>
            <a:srgbClr val="E8F1F8"/>
          </a:solidFill>
          <a:ln w="12700">
            <a:solidFill>
              <a:srgbClr val="E8F1F8"/>
            </a:solidFill>
            <a:prstDash val="solid"/>
          </a:ln>
        </p:spPr>
      </p:sp>
      <p:sp>
        <p:nvSpPr>
          <p:cNvPr id="52" name="Text 49">
            <a:extLst>
              <a:ext uri="{FF2B5EF4-FFF2-40B4-BE49-F238E27FC236}">
                <a16:creationId xmlns:a16="http://schemas.microsoft.com/office/drawing/2014/main" id="{06D4E864-AE05-44D8-92EB-55243F310E70}"/>
              </a:ext>
            </a:extLst>
          </p:cNvPr>
          <p:cNvSpPr>
            <a:spLocks noGrp="1"/>
          </p:cNvSpPr>
          <p:nvPr/>
        </p:nvSpPr>
        <p:spPr>
          <a:xfrm>
            <a:off x="6629400" y="6496812"/>
            <a:ext cx="164592" cy="14630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750" b="1">
                <a:solidFill>
                  <a:srgbClr val="6F8291"/>
                </a:solidFill>
                <a:latin typeface="Noto Sans TC"/>
                <a:ea typeface="Noto Sans TC"/>
                <a:cs typeface="Noto Sans TC"/>
              </a:rPr>
              <a:t>S</a:t>
            </a:r>
          </a:p>
        </p:txBody>
      </p:sp>
      <p:sp>
        <p:nvSpPr>
          <p:cNvPr id="53" name="Shape 50">
            <a:extLst>
              <a:ext uri="{FF2B5EF4-FFF2-40B4-BE49-F238E27FC236}">
                <a16:creationId xmlns:a16="http://schemas.microsoft.com/office/drawing/2014/main" id="{0FFB8527-DEC0-4659-A737-1F7C0E5165CC}"/>
              </a:ext>
            </a:extLst>
          </p:cNvPr>
          <p:cNvSpPr>
            <a:spLocks noGrp="1"/>
          </p:cNvSpPr>
          <p:nvPr/>
        </p:nvSpPr>
        <p:spPr>
          <a:xfrm>
            <a:off x="6986016" y="6492240"/>
            <a:ext cx="164592" cy="164592"/>
          </a:xfrm>
          <a:prstGeom prst="ellipse">
            <a:avLst/>
          </a:prstGeom>
          <a:solidFill>
            <a:srgbClr val="E8F1F8"/>
          </a:solidFill>
          <a:ln w="12700">
            <a:solidFill>
              <a:srgbClr val="E8F1F8"/>
            </a:solidFill>
            <a:prstDash val="solid"/>
          </a:ln>
        </p:spPr>
      </p:sp>
      <p:sp>
        <p:nvSpPr>
          <p:cNvPr id="54" name="Text 51">
            <a:extLst>
              <a:ext uri="{FF2B5EF4-FFF2-40B4-BE49-F238E27FC236}">
                <a16:creationId xmlns:a16="http://schemas.microsoft.com/office/drawing/2014/main" id="{BB11CC50-9375-4F69-8FE9-D48514134F1E}"/>
              </a:ext>
            </a:extLst>
          </p:cNvPr>
          <p:cNvSpPr>
            <a:spLocks noGrp="1"/>
          </p:cNvSpPr>
          <p:nvPr/>
        </p:nvSpPr>
        <p:spPr>
          <a:xfrm>
            <a:off x="7196328" y="6496812"/>
            <a:ext cx="164592" cy="14630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750" b="1">
                <a:solidFill>
                  <a:srgbClr val="6F8291"/>
                </a:solidFill>
                <a:latin typeface="Noto Sans TC"/>
                <a:ea typeface="Noto Sans TC"/>
                <a:cs typeface="Noto Sans TC"/>
              </a:rPr>
              <a:t>C</a:t>
            </a:r>
          </a:p>
        </p:txBody>
      </p:sp>
      <p:sp>
        <p:nvSpPr>
          <p:cNvPr id="55" name="Shape 52">
            <a:extLst>
              <a:ext uri="{FF2B5EF4-FFF2-40B4-BE49-F238E27FC236}">
                <a16:creationId xmlns:a16="http://schemas.microsoft.com/office/drawing/2014/main" id="{F7C13735-FA36-44A2-81DF-70DB58CDE87C}"/>
              </a:ext>
            </a:extLst>
          </p:cNvPr>
          <p:cNvSpPr>
            <a:spLocks noGrp="1"/>
          </p:cNvSpPr>
          <p:nvPr/>
        </p:nvSpPr>
        <p:spPr>
          <a:xfrm>
            <a:off x="7552944" y="6492240"/>
            <a:ext cx="164592" cy="164592"/>
          </a:xfrm>
          <a:prstGeom prst="ellipse">
            <a:avLst/>
          </a:prstGeom>
          <a:solidFill>
            <a:srgbClr val="E8F1F8"/>
          </a:solidFill>
          <a:ln w="12700">
            <a:solidFill>
              <a:srgbClr val="E8F1F8"/>
            </a:solidFill>
            <a:prstDash val="solid"/>
          </a:ln>
        </p:spPr>
      </p:sp>
      <p:sp>
        <p:nvSpPr>
          <p:cNvPr id="56" name="Text 53">
            <a:extLst>
              <a:ext uri="{FF2B5EF4-FFF2-40B4-BE49-F238E27FC236}">
                <a16:creationId xmlns:a16="http://schemas.microsoft.com/office/drawing/2014/main" id="{BA69F2D1-63E3-4152-9176-D1596B686D14}"/>
              </a:ext>
            </a:extLst>
          </p:cNvPr>
          <p:cNvSpPr>
            <a:spLocks noGrp="1"/>
          </p:cNvSpPr>
          <p:nvPr/>
        </p:nvSpPr>
        <p:spPr>
          <a:xfrm>
            <a:off x="7763256" y="6496812"/>
            <a:ext cx="164592" cy="14630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750" b="1">
                <a:solidFill>
                  <a:srgbClr val="6F8291"/>
                </a:solidFill>
                <a:latin typeface="Noto Sans TC"/>
                <a:ea typeface="Noto Sans TC"/>
                <a:cs typeface="Noto Sans TC"/>
              </a:rPr>
              <a:t>P</a:t>
            </a:r>
          </a:p>
        </p:txBody>
      </p:sp>
      <p:sp>
        <p:nvSpPr>
          <p:cNvPr id="57" name="Shape 54">
            <a:extLst>
              <a:ext uri="{FF2B5EF4-FFF2-40B4-BE49-F238E27FC236}">
                <a16:creationId xmlns:a16="http://schemas.microsoft.com/office/drawing/2014/main" id="{2174D6E5-5E65-4716-9F4F-A60A323AAD58}"/>
              </a:ext>
            </a:extLst>
          </p:cNvPr>
          <p:cNvSpPr>
            <a:spLocks noGrp="1"/>
          </p:cNvSpPr>
          <p:nvPr/>
        </p:nvSpPr>
        <p:spPr>
          <a:xfrm>
            <a:off x="8119872" y="6492240"/>
            <a:ext cx="164592" cy="164592"/>
          </a:xfrm>
          <a:prstGeom prst="ellipse">
            <a:avLst/>
          </a:prstGeom>
          <a:solidFill>
            <a:srgbClr val="E8F1F8"/>
          </a:solidFill>
          <a:ln w="12700">
            <a:solidFill>
              <a:srgbClr val="E8F1F8"/>
            </a:solidFill>
            <a:prstDash val="solid"/>
          </a:ln>
        </p:spPr>
      </p:sp>
      <p:sp>
        <p:nvSpPr>
          <p:cNvPr id="58" name="Text 55">
            <a:extLst>
              <a:ext uri="{FF2B5EF4-FFF2-40B4-BE49-F238E27FC236}">
                <a16:creationId xmlns:a16="http://schemas.microsoft.com/office/drawing/2014/main" id="{D4DEAECE-877F-4B31-B52A-3A184DBC70B1}"/>
              </a:ext>
            </a:extLst>
          </p:cNvPr>
          <p:cNvSpPr>
            <a:spLocks noGrp="1"/>
          </p:cNvSpPr>
          <p:nvPr/>
        </p:nvSpPr>
        <p:spPr>
          <a:xfrm>
            <a:off x="8330184" y="6496812"/>
            <a:ext cx="164592" cy="14630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750" b="1">
                <a:solidFill>
                  <a:srgbClr val="6F8291"/>
                </a:solidFill>
                <a:latin typeface="Noto Sans TC"/>
                <a:ea typeface="Noto Sans TC"/>
                <a:cs typeface="Noto Sans TC"/>
              </a:rPr>
              <a:t>A</a:t>
            </a:r>
          </a:p>
        </p:txBody>
      </p:sp>
      <p:sp>
        <p:nvSpPr>
          <p:cNvPr id="59" name="Shape 56">
            <a:extLst>
              <a:ext uri="{FF2B5EF4-FFF2-40B4-BE49-F238E27FC236}">
                <a16:creationId xmlns:a16="http://schemas.microsoft.com/office/drawing/2014/main" id="{AB7DB1E1-051B-4AD0-9950-EBF7E38D04FA}"/>
              </a:ext>
            </a:extLst>
          </p:cNvPr>
          <p:cNvSpPr>
            <a:spLocks noGrp="1"/>
          </p:cNvSpPr>
          <p:nvPr/>
        </p:nvSpPr>
        <p:spPr>
          <a:xfrm>
            <a:off x="8686800" y="6492240"/>
            <a:ext cx="164592" cy="164592"/>
          </a:xfrm>
          <a:prstGeom prst="ellipse">
            <a:avLst/>
          </a:prstGeom>
          <a:solidFill>
            <a:srgbClr val="3679B9"/>
          </a:solidFill>
          <a:ln w="12700">
            <a:solidFill>
              <a:srgbClr val="3679B9"/>
            </a:solidFill>
            <a:prstDash val="solid"/>
          </a:ln>
        </p:spPr>
      </p:sp>
      <p:sp>
        <p:nvSpPr>
          <p:cNvPr id="60" name="Text 57">
            <a:extLst>
              <a:ext uri="{FF2B5EF4-FFF2-40B4-BE49-F238E27FC236}">
                <a16:creationId xmlns:a16="http://schemas.microsoft.com/office/drawing/2014/main" id="{2A6B4C69-89BE-4484-BEC9-42EE08AC9B48}"/>
              </a:ext>
            </a:extLst>
          </p:cNvPr>
          <p:cNvSpPr>
            <a:spLocks noGrp="1"/>
          </p:cNvSpPr>
          <p:nvPr/>
        </p:nvSpPr>
        <p:spPr>
          <a:xfrm>
            <a:off x="8897112" y="6496812"/>
            <a:ext cx="164592" cy="14630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750" b="1">
                <a:solidFill>
                  <a:srgbClr val="6F8291"/>
                </a:solidFill>
                <a:latin typeface="Noto Sans TC"/>
                <a:ea typeface="Noto Sans TC"/>
                <a:cs typeface="Noto Sans TC"/>
              </a:rPr>
              <a:t>R</a:t>
            </a:r>
          </a:p>
        </p:txBody>
      </p:sp>
      <p:sp>
        <p:nvSpPr>
          <p:cNvPr id="61" name="Shape 58">
            <a:extLst>
              <a:ext uri="{FF2B5EF4-FFF2-40B4-BE49-F238E27FC236}">
                <a16:creationId xmlns:a16="http://schemas.microsoft.com/office/drawing/2014/main" id="{1C647D1B-0C07-45C6-965D-D52113D5DC2E}"/>
              </a:ext>
            </a:extLst>
          </p:cNvPr>
          <p:cNvSpPr>
            <a:spLocks noGrp="1"/>
          </p:cNvSpPr>
          <p:nvPr/>
        </p:nvSpPr>
        <p:spPr>
          <a:xfrm>
            <a:off x="9253728" y="6492240"/>
            <a:ext cx="164592" cy="164592"/>
          </a:xfrm>
          <a:prstGeom prst="ellipse">
            <a:avLst/>
          </a:prstGeom>
          <a:solidFill>
            <a:srgbClr val="E8F1F8"/>
          </a:solidFill>
          <a:ln w="12700">
            <a:solidFill>
              <a:srgbClr val="E8F1F8"/>
            </a:solidFill>
            <a:prstDash val="solid"/>
          </a:ln>
        </p:spPr>
      </p:sp>
      <p:sp>
        <p:nvSpPr>
          <p:cNvPr id="62" name="Text 59">
            <a:extLst>
              <a:ext uri="{FF2B5EF4-FFF2-40B4-BE49-F238E27FC236}">
                <a16:creationId xmlns:a16="http://schemas.microsoft.com/office/drawing/2014/main" id="{ECC6C0E2-C006-410D-9F2D-1DCFEE5A4023}"/>
              </a:ext>
            </a:extLst>
          </p:cNvPr>
          <p:cNvSpPr>
            <a:spLocks noGrp="1"/>
          </p:cNvSpPr>
          <p:nvPr/>
        </p:nvSpPr>
        <p:spPr>
          <a:xfrm>
            <a:off x="9464040" y="6496812"/>
            <a:ext cx="164592" cy="14630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750" b="1">
                <a:solidFill>
                  <a:srgbClr val="6F8291"/>
                </a:solidFill>
                <a:latin typeface="Noto Sans TC"/>
                <a:ea typeface="Noto Sans TC"/>
                <a:cs typeface="Noto Sans TC"/>
              </a:rPr>
              <a:t>I</a:t>
            </a:r>
          </a:p>
        </p:txBody>
      </p:sp>
      <p:sp>
        <p:nvSpPr>
          <p:cNvPr id="63" name="Shape 60">
            <a:extLst>
              <a:ext uri="{FF2B5EF4-FFF2-40B4-BE49-F238E27FC236}">
                <a16:creationId xmlns:a16="http://schemas.microsoft.com/office/drawing/2014/main" id="{35669F79-443F-4A35-93FD-390F461F7B16}"/>
              </a:ext>
            </a:extLst>
          </p:cNvPr>
          <p:cNvSpPr>
            <a:spLocks noGrp="1"/>
          </p:cNvSpPr>
          <p:nvPr/>
        </p:nvSpPr>
        <p:spPr>
          <a:xfrm>
            <a:off x="731520" y="1371600"/>
            <a:ext cx="5166360" cy="3154680"/>
          </a:xfrm>
          <a:prstGeom prst="roundRect">
            <a:avLst>
              <a:gd name="adj" fmla="val 2319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4" name="Text 61">
            <a:extLst>
              <a:ext uri="{FF2B5EF4-FFF2-40B4-BE49-F238E27FC236}">
                <a16:creationId xmlns:a16="http://schemas.microsoft.com/office/drawing/2014/main" id="{7063255A-0B62-4407-9E9C-9AB6F72FE985}"/>
              </a:ext>
            </a:extLst>
          </p:cNvPr>
          <p:cNvSpPr>
            <a:spLocks noGrp="1"/>
          </p:cNvSpPr>
          <p:nvPr/>
        </p:nvSpPr>
        <p:spPr>
          <a:xfrm>
            <a:off x="1078992" y="1783080"/>
            <a:ext cx="4480560" cy="27432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800" b="1">
                <a:solidFill>
                  <a:srgbClr val="153E6E"/>
                </a:solidFill>
                <a:latin typeface="Noto Sans TC"/>
                <a:ea typeface="Noto Sans TC"/>
                <a:cs typeface="Noto Sans TC"/>
              </a:rPr>
              <a:t>碩士畢業需要修多少學分</a:t>
            </a:r>
          </a:p>
        </p:txBody>
      </p:sp>
      <p:sp>
        <p:nvSpPr>
          <p:cNvPr id="65" name="Shape 62">
            <a:extLst>
              <a:ext uri="{FF2B5EF4-FFF2-40B4-BE49-F238E27FC236}">
                <a16:creationId xmlns:a16="http://schemas.microsoft.com/office/drawing/2014/main" id="{230C2469-652E-4331-9BE2-D5978E7CF665}"/>
              </a:ext>
            </a:extLst>
          </p:cNvPr>
          <p:cNvSpPr>
            <a:spLocks noGrp="1"/>
          </p:cNvSpPr>
          <p:nvPr/>
        </p:nvSpPr>
        <p:spPr>
          <a:xfrm>
            <a:off x="1078992" y="2395728"/>
            <a:ext cx="4480560" cy="1005840"/>
          </a:xfrm>
          <a:prstGeom prst="roundRect">
            <a:avLst>
              <a:gd name="adj" fmla="val 7273"/>
            </a:avLst>
          </a:prstGeom>
          <a:solidFill>
            <a:srgbClr val="FDE7E1"/>
          </a:solidFill>
          <a:ln w="12700">
            <a:solidFill>
              <a:srgbClr val="FDE7E1">
                <a:alpha val="0"/>
              </a:srgbClr>
            </a:solidFill>
            <a:prstDash val="solid"/>
          </a:ln>
        </p:spPr>
      </p:sp>
      <p:sp>
        <p:nvSpPr>
          <p:cNvPr id="66" name="Text 63">
            <a:extLst>
              <a:ext uri="{FF2B5EF4-FFF2-40B4-BE49-F238E27FC236}">
                <a16:creationId xmlns:a16="http://schemas.microsoft.com/office/drawing/2014/main" id="{C86D19F9-EA7F-4040-AF89-8E0A8579171E}"/>
              </a:ext>
            </a:extLst>
          </p:cNvPr>
          <p:cNvSpPr>
            <a:spLocks noGrp="1"/>
          </p:cNvSpPr>
          <p:nvPr/>
        </p:nvSpPr>
        <p:spPr>
          <a:xfrm>
            <a:off x="1371600" y="2697480"/>
            <a:ext cx="3931920" cy="219456"/>
          </a:xfrm>
          <a:prstGeom prst="rect">
            <a:avLst/>
          </a:prstGeom>
          <a:noFill/>
        </p:spPr>
        <p:txBody>
          <a:bodyPr wrap="square" lIns="0" tIns="0" rIns="0" bIns="0" anchor="ctr">
            <a:normAutofit fontScale="94773" lnSpcReduction="10000"/>
          </a:bodyPr>
          <a:lstStyle/>
          <a:p>
            <a:pPr marL="0" indent="0" algn="ctr">
              <a:buNone/>
            </a:pPr>
            <a:r>
              <a:rPr sz="1650" b="1">
                <a:solidFill>
                  <a:srgbClr val="153E6E"/>
                </a:solidFill>
                <a:latin typeface="Noto Sans TC"/>
                <a:ea typeface="Noto Sans TC"/>
                <a:cs typeface="Noto Sans TC"/>
              </a:rPr>
              <a:t>請補充適用年度或規定版本、學生身分。</a:t>
            </a:r>
          </a:p>
        </p:txBody>
      </p:sp>
      <p:sp>
        <p:nvSpPr>
          <p:cNvPr id="67" name="Text 64">
            <a:extLst>
              <a:ext uri="{FF2B5EF4-FFF2-40B4-BE49-F238E27FC236}">
                <a16:creationId xmlns:a16="http://schemas.microsoft.com/office/drawing/2014/main" id="{8F512A23-687D-4532-ABFD-99FCCFBD28F4}"/>
              </a:ext>
            </a:extLst>
          </p:cNvPr>
          <p:cNvSpPr>
            <a:spLocks noGrp="1"/>
          </p:cNvSpPr>
          <p:nvPr/>
        </p:nvSpPr>
        <p:spPr>
          <a:xfrm>
            <a:off x="1307592" y="3182112"/>
            <a:ext cx="4041648" cy="164592"/>
          </a:xfrm>
          <a:prstGeom prst="rect">
            <a:avLst/>
          </a:prstGeom>
          <a:noFill/>
        </p:spPr>
        <p:txBody>
          <a:bodyPr wrap="square" lIns="0" tIns="0" rIns="0" bIns="0" anchor="ctr">
            <a:normAutofit fontScale="93913" lnSpcReduction="10000"/>
          </a:bodyPr>
          <a:lstStyle/>
          <a:p>
            <a:pPr marL="0" indent="0" algn="ctr">
              <a:buNone/>
            </a:pPr>
            <a:r>
              <a:rPr sz="1150" b="1">
                <a:solidFill>
                  <a:srgbClr val="E58A4A"/>
                </a:solidFill>
                <a:latin typeface="Noto Sans TC"/>
                <a:ea typeface="Noto Sans TC"/>
                <a:cs typeface="Noto Sans TC"/>
              </a:rPr>
              <a:t>狀態：needs_context</a:t>
            </a:r>
          </a:p>
        </p:txBody>
      </p:sp>
      <p:sp>
        <p:nvSpPr>
          <p:cNvPr id="68" name="Shape 65">
            <a:extLst>
              <a:ext uri="{FF2B5EF4-FFF2-40B4-BE49-F238E27FC236}">
                <a16:creationId xmlns:a16="http://schemas.microsoft.com/office/drawing/2014/main" id="{74F4D82E-112D-4598-AE8D-D5D3B68BD55D}"/>
              </a:ext>
            </a:extLst>
          </p:cNvPr>
          <p:cNvSpPr>
            <a:spLocks noGrp="1"/>
          </p:cNvSpPr>
          <p:nvPr/>
        </p:nvSpPr>
        <p:spPr>
          <a:xfrm>
            <a:off x="6537960" y="1371600"/>
            <a:ext cx="2176272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9" name="Shape 66">
            <a:extLst>
              <a:ext uri="{FF2B5EF4-FFF2-40B4-BE49-F238E27FC236}">
                <a16:creationId xmlns:a16="http://schemas.microsoft.com/office/drawing/2014/main" id="{8737190C-7F45-4401-B4C8-8A18C7B88907}"/>
              </a:ext>
            </a:extLst>
          </p:cNvPr>
          <p:cNvSpPr>
            <a:spLocks noGrp="1"/>
          </p:cNvSpPr>
          <p:nvPr/>
        </p:nvSpPr>
        <p:spPr>
          <a:xfrm>
            <a:off x="6537960" y="1371600"/>
            <a:ext cx="91440" cy="1143000"/>
          </a:xfrm>
          <a:prstGeom prst="rect">
            <a:avLst/>
          </a:prstGeom>
          <a:solidFill>
            <a:srgbClr val="3679B9"/>
          </a:solidFill>
          <a:ln w="12700">
            <a:solidFill>
              <a:srgbClr val="3679B9"/>
            </a:solidFill>
            <a:prstDash val="solid"/>
          </a:ln>
        </p:spPr>
      </p:sp>
      <p:sp>
        <p:nvSpPr>
          <p:cNvPr id="70" name="Text 67">
            <a:extLst>
              <a:ext uri="{FF2B5EF4-FFF2-40B4-BE49-F238E27FC236}">
                <a16:creationId xmlns:a16="http://schemas.microsoft.com/office/drawing/2014/main" id="{B6B3DE55-58C1-4EBC-AF6C-A4A90C1A0E52}"/>
              </a:ext>
            </a:extLst>
          </p:cNvPr>
          <p:cNvSpPr>
            <a:spLocks noGrp="1"/>
          </p:cNvSpPr>
          <p:nvPr/>
        </p:nvSpPr>
        <p:spPr>
          <a:xfrm>
            <a:off x="6793992" y="1600200"/>
            <a:ext cx="1719072" cy="32004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800" b="1">
                <a:solidFill>
                  <a:srgbClr val="153E6E"/>
                </a:solidFill>
                <a:latin typeface="Noto Sans TC"/>
                <a:ea typeface="Noto Sans TC"/>
                <a:cs typeface="Noto Sans TC"/>
              </a:rPr>
              <a:t>1</a:t>
            </a:r>
          </a:p>
        </p:txBody>
      </p:sp>
      <p:sp>
        <p:nvSpPr>
          <p:cNvPr id="71" name="Text 68">
            <a:extLst>
              <a:ext uri="{FF2B5EF4-FFF2-40B4-BE49-F238E27FC236}">
                <a16:creationId xmlns:a16="http://schemas.microsoft.com/office/drawing/2014/main" id="{9E7DC362-E9E0-4ECE-A82B-DA719F442630}"/>
              </a:ext>
            </a:extLst>
          </p:cNvPr>
          <p:cNvSpPr>
            <a:spLocks noGrp="1"/>
          </p:cNvSpPr>
          <p:nvPr/>
        </p:nvSpPr>
        <p:spPr>
          <a:xfrm>
            <a:off x="6793992" y="2066544"/>
            <a:ext cx="1700784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>
              <a:buNone/>
            </a:pPr>
            <a:r>
              <a:rPr sz="1250">
                <a:solidFill>
                  <a:srgbClr val="49657A"/>
                </a:solidFill>
                <a:latin typeface="Noto Sans TC"/>
                <a:ea typeface="Noto Sans TC"/>
                <a:cs typeface="Noto Sans TC"/>
              </a:rPr>
              <a:t>需要補充：年度／身分</a:t>
            </a:r>
          </a:p>
        </p:txBody>
      </p:sp>
      <p:sp>
        <p:nvSpPr>
          <p:cNvPr id="72" name="Shape 69">
            <a:extLst>
              <a:ext uri="{FF2B5EF4-FFF2-40B4-BE49-F238E27FC236}">
                <a16:creationId xmlns:a16="http://schemas.microsoft.com/office/drawing/2014/main" id="{55AF8D7D-F182-457C-965E-56950DE05480}"/>
              </a:ext>
            </a:extLst>
          </p:cNvPr>
          <p:cNvSpPr>
            <a:spLocks noGrp="1"/>
          </p:cNvSpPr>
          <p:nvPr/>
        </p:nvSpPr>
        <p:spPr>
          <a:xfrm>
            <a:off x="9025128" y="1371600"/>
            <a:ext cx="2176272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3" name="Shape 70">
            <a:extLst>
              <a:ext uri="{FF2B5EF4-FFF2-40B4-BE49-F238E27FC236}">
                <a16:creationId xmlns:a16="http://schemas.microsoft.com/office/drawing/2014/main" id="{00326F8F-2579-4E12-B822-3F210CD3A29F}"/>
              </a:ext>
            </a:extLst>
          </p:cNvPr>
          <p:cNvSpPr>
            <a:spLocks noGrp="1"/>
          </p:cNvSpPr>
          <p:nvPr/>
        </p:nvSpPr>
        <p:spPr>
          <a:xfrm>
            <a:off x="9025128" y="1371600"/>
            <a:ext cx="91440" cy="1143000"/>
          </a:xfrm>
          <a:prstGeom prst="rect">
            <a:avLst/>
          </a:prstGeom>
          <a:solidFill>
            <a:srgbClr val="E8B849"/>
          </a:solidFill>
          <a:ln w="12700">
            <a:solidFill>
              <a:srgbClr val="E8B849"/>
            </a:solidFill>
            <a:prstDash val="solid"/>
          </a:ln>
        </p:spPr>
      </p:sp>
      <p:sp>
        <p:nvSpPr>
          <p:cNvPr id="74" name="Text 71">
            <a:extLst>
              <a:ext uri="{FF2B5EF4-FFF2-40B4-BE49-F238E27FC236}">
                <a16:creationId xmlns:a16="http://schemas.microsoft.com/office/drawing/2014/main" id="{C4CCA6CE-6B9F-421C-9138-4A6FBDAEB3F1}"/>
              </a:ext>
            </a:extLst>
          </p:cNvPr>
          <p:cNvSpPr>
            <a:spLocks noGrp="1"/>
          </p:cNvSpPr>
          <p:nvPr/>
        </p:nvSpPr>
        <p:spPr>
          <a:xfrm>
            <a:off x="9281160" y="1600200"/>
            <a:ext cx="1719072" cy="32004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800" b="1">
                <a:solidFill>
                  <a:srgbClr val="153E6E"/>
                </a:solidFill>
                <a:latin typeface="Noto Sans TC"/>
                <a:ea typeface="Noto Sans TC"/>
                <a:cs typeface="Noto Sans TC"/>
              </a:rPr>
              <a:t>2</a:t>
            </a:r>
          </a:p>
        </p:txBody>
      </p:sp>
      <p:sp>
        <p:nvSpPr>
          <p:cNvPr id="75" name="Text 72">
            <a:extLst>
              <a:ext uri="{FF2B5EF4-FFF2-40B4-BE49-F238E27FC236}">
                <a16:creationId xmlns:a16="http://schemas.microsoft.com/office/drawing/2014/main" id="{79CC1168-3F7B-466B-BFF9-083EAF76A764}"/>
              </a:ext>
            </a:extLst>
          </p:cNvPr>
          <p:cNvSpPr>
            <a:spLocks noGrp="1"/>
          </p:cNvSpPr>
          <p:nvPr/>
        </p:nvSpPr>
        <p:spPr>
          <a:xfrm>
            <a:off x="9281160" y="2066544"/>
            <a:ext cx="1700784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>
              <a:buNone/>
            </a:pPr>
            <a:r>
              <a:rPr sz="1250">
                <a:solidFill>
                  <a:srgbClr val="49657A"/>
                </a:solidFill>
                <a:latin typeface="Noto Sans TC"/>
                <a:ea typeface="Noto Sans TC"/>
                <a:cs typeface="Noto Sans TC"/>
              </a:rPr>
              <a:t>英文門檻：answered</a:t>
            </a:r>
          </a:p>
        </p:txBody>
      </p:sp>
      <p:sp>
        <p:nvSpPr>
          <p:cNvPr id="76" name="Shape 73">
            <a:extLst>
              <a:ext uri="{FF2B5EF4-FFF2-40B4-BE49-F238E27FC236}">
                <a16:creationId xmlns:a16="http://schemas.microsoft.com/office/drawing/2014/main" id="{BEC05CB2-9171-4E6E-810A-916E2D391AD2}"/>
              </a:ext>
            </a:extLst>
          </p:cNvPr>
          <p:cNvSpPr>
            <a:spLocks noGrp="1"/>
          </p:cNvSpPr>
          <p:nvPr/>
        </p:nvSpPr>
        <p:spPr>
          <a:xfrm>
            <a:off x="6537960" y="2944368"/>
            <a:ext cx="2176272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7" name="Shape 74">
            <a:extLst>
              <a:ext uri="{FF2B5EF4-FFF2-40B4-BE49-F238E27FC236}">
                <a16:creationId xmlns:a16="http://schemas.microsoft.com/office/drawing/2014/main" id="{8808DC76-5C82-486E-8187-27AE7B83DEDE}"/>
              </a:ext>
            </a:extLst>
          </p:cNvPr>
          <p:cNvSpPr>
            <a:spLocks noGrp="1"/>
          </p:cNvSpPr>
          <p:nvPr/>
        </p:nvSpPr>
        <p:spPr>
          <a:xfrm>
            <a:off x="6537960" y="2944368"/>
            <a:ext cx="91440" cy="1143000"/>
          </a:xfrm>
          <a:prstGeom prst="rect">
            <a:avLst/>
          </a:prstGeom>
          <a:solidFill>
            <a:srgbClr val="E58A4A"/>
          </a:solidFill>
          <a:ln w="12700">
            <a:solidFill>
              <a:srgbClr val="E58A4A"/>
            </a:solidFill>
            <a:prstDash val="solid"/>
          </a:ln>
        </p:spPr>
      </p:sp>
      <p:sp>
        <p:nvSpPr>
          <p:cNvPr id="78" name="Text 75">
            <a:extLst>
              <a:ext uri="{FF2B5EF4-FFF2-40B4-BE49-F238E27FC236}">
                <a16:creationId xmlns:a16="http://schemas.microsoft.com/office/drawing/2014/main" id="{A0E96730-B160-45C8-B443-08C06227C757}"/>
              </a:ext>
            </a:extLst>
          </p:cNvPr>
          <p:cNvSpPr>
            <a:spLocks noGrp="1"/>
          </p:cNvSpPr>
          <p:nvPr/>
        </p:nvSpPr>
        <p:spPr>
          <a:xfrm>
            <a:off x="6793992" y="3172968"/>
            <a:ext cx="1719072" cy="32004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800" b="1">
                <a:solidFill>
                  <a:srgbClr val="153E6E"/>
                </a:solidFill>
                <a:latin typeface="Noto Sans TC"/>
                <a:ea typeface="Noto Sans TC"/>
                <a:cs typeface="Noto Sans TC"/>
              </a:rPr>
              <a:t>3</a:t>
            </a:r>
          </a:p>
        </p:txBody>
      </p:sp>
      <p:sp>
        <p:nvSpPr>
          <p:cNvPr id="79" name="Text 76">
            <a:extLst>
              <a:ext uri="{FF2B5EF4-FFF2-40B4-BE49-F238E27FC236}">
                <a16:creationId xmlns:a16="http://schemas.microsoft.com/office/drawing/2014/main" id="{6D588C1F-5602-4EF5-BA38-E73777C77BCC}"/>
              </a:ext>
            </a:extLst>
          </p:cNvPr>
          <p:cNvSpPr>
            <a:spLocks noGrp="1"/>
          </p:cNvSpPr>
          <p:nvPr/>
        </p:nvSpPr>
        <p:spPr>
          <a:xfrm>
            <a:off x="6793992" y="3639312"/>
            <a:ext cx="1700784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>
              <a:buNone/>
            </a:pPr>
            <a:r>
              <a:rPr sz="1250">
                <a:solidFill>
                  <a:srgbClr val="49657A"/>
                </a:solidFill>
                <a:latin typeface="Noto Sans TC"/>
                <a:ea typeface="Noto Sans TC"/>
                <a:cs typeface="Noto Sans TC"/>
              </a:rPr>
              <a:t>流程／表單：answered</a:t>
            </a:r>
          </a:p>
        </p:txBody>
      </p:sp>
      <p:sp>
        <p:nvSpPr>
          <p:cNvPr id="80" name="Shape 77">
            <a:extLst>
              <a:ext uri="{FF2B5EF4-FFF2-40B4-BE49-F238E27FC236}">
                <a16:creationId xmlns:a16="http://schemas.microsoft.com/office/drawing/2014/main" id="{09AE7F41-CE41-4FEC-ACD7-30B77F998643}"/>
              </a:ext>
            </a:extLst>
          </p:cNvPr>
          <p:cNvSpPr>
            <a:spLocks noGrp="1"/>
          </p:cNvSpPr>
          <p:nvPr/>
        </p:nvSpPr>
        <p:spPr>
          <a:xfrm>
            <a:off x="9025128" y="2944368"/>
            <a:ext cx="2176272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1" name="Shape 78">
            <a:extLst>
              <a:ext uri="{FF2B5EF4-FFF2-40B4-BE49-F238E27FC236}">
                <a16:creationId xmlns:a16="http://schemas.microsoft.com/office/drawing/2014/main" id="{EB5643D4-BCD6-44E8-9EA3-BEE9157B1339}"/>
              </a:ext>
            </a:extLst>
          </p:cNvPr>
          <p:cNvSpPr>
            <a:spLocks noGrp="1"/>
          </p:cNvSpPr>
          <p:nvPr/>
        </p:nvSpPr>
        <p:spPr>
          <a:xfrm>
            <a:off x="9025128" y="2944368"/>
            <a:ext cx="91440" cy="1143000"/>
          </a:xfrm>
          <a:prstGeom prst="rect">
            <a:avLst/>
          </a:prstGeom>
          <a:solidFill>
            <a:srgbClr val="49657A"/>
          </a:solidFill>
          <a:ln w="12700">
            <a:solidFill>
              <a:srgbClr val="49657A"/>
            </a:solidFill>
            <a:prstDash val="solid"/>
          </a:ln>
        </p:spPr>
      </p:sp>
      <p:sp>
        <p:nvSpPr>
          <p:cNvPr id="82" name="Text 79">
            <a:extLst>
              <a:ext uri="{FF2B5EF4-FFF2-40B4-BE49-F238E27FC236}">
                <a16:creationId xmlns:a16="http://schemas.microsoft.com/office/drawing/2014/main" id="{662F5430-BF21-47C5-AB5B-D171AAE47020}"/>
              </a:ext>
            </a:extLst>
          </p:cNvPr>
          <p:cNvSpPr>
            <a:spLocks noGrp="1"/>
          </p:cNvSpPr>
          <p:nvPr/>
        </p:nvSpPr>
        <p:spPr>
          <a:xfrm>
            <a:off x="9281160" y="3172968"/>
            <a:ext cx="1719072" cy="32004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800" b="1">
                <a:solidFill>
                  <a:srgbClr val="153E6E"/>
                </a:solidFill>
                <a:latin typeface="Noto Sans TC"/>
                <a:ea typeface="Noto Sans TC"/>
                <a:cs typeface="Noto Sans TC"/>
              </a:rPr>
              <a:t>4</a:t>
            </a:r>
          </a:p>
        </p:txBody>
      </p:sp>
      <p:sp>
        <p:nvSpPr>
          <p:cNvPr id="83" name="Text 80">
            <a:extLst>
              <a:ext uri="{FF2B5EF4-FFF2-40B4-BE49-F238E27FC236}">
                <a16:creationId xmlns:a16="http://schemas.microsoft.com/office/drawing/2014/main" id="{B6047E79-5E51-4F8C-B759-F0A809245630}"/>
              </a:ext>
            </a:extLst>
          </p:cNvPr>
          <p:cNvSpPr>
            <a:spLocks noGrp="1"/>
          </p:cNvSpPr>
          <p:nvPr/>
        </p:nvSpPr>
        <p:spPr>
          <a:xfrm>
            <a:off x="9281160" y="3639312"/>
            <a:ext cx="1700784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89913" lnSpcReduction="20000"/>
          </a:bodyPr>
          <a:lstStyle/>
          <a:p>
            <a:pPr marL="0" indent="0">
              <a:buNone/>
            </a:pPr>
            <a:r>
              <a:rPr sz="1250">
                <a:solidFill>
                  <a:srgbClr val="49657A"/>
                </a:solidFill>
                <a:latin typeface="Noto Sans TC"/>
                <a:ea typeface="Noto Sans TC"/>
                <a:cs typeface="Noto Sans TC"/>
              </a:rPr>
              <a:t>學位考試：source_text_fallback</a:t>
            </a:r>
          </a:p>
        </p:txBody>
      </p:sp>
    </p:spTree>
    <p:extLst>
      <p:ext uri="{BB962C8B-B14F-4D97-AF65-F5344CB8AC3E}">
        <p14:creationId xmlns:p14="http://schemas.microsoft.com/office/powerpoint/2010/main" val="20826351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95A2D25-A691-4F13-AF1C-7741E727057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C61549AC-891E-4329-8253-754938D8C28D}"/>
              </a:ext>
            </a:extLst>
          </p:cNvPr>
          <p:cNvSpPr>
            <a:spLocks noGrp="1"/>
          </p:cNvSpPr>
          <p:nvPr/>
        </p:nvSpPr>
        <p:spPr>
          <a:xfrm>
            <a:off x="4572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1E16EF4B-25A6-41F8-AABE-93B6B95FEEC9}"/>
              </a:ext>
            </a:extLst>
          </p:cNvPr>
          <p:cNvSpPr>
            <a:spLocks noGrp="1"/>
          </p:cNvSpPr>
          <p:nvPr/>
        </p:nvSpPr>
        <p:spPr>
          <a:xfrm>
            <a:off x="9144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FCCE4B09-E317-4974-A9E1-CFBBB65C50A5}"/>
              </a:ext>
            </a:extLst>
          </p:cNvPr>
          <p:cNvSpPr>
            <a:spLocks noGrp="1"/>
          </p:cNvSpPr>
          <p:nvPr/>
        </p:nvSpPr>
        <p:spPr>
          <a:xfrm>
            <a:off x="13716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27EDFD3B-1906-4C09-8580-D407CC78AA19}"/>
              </a:ext>
            </a:extLst>
          </p:cNvPr>
          <p:cNvSpPr>
            <a:spLocks noGrp="1"/>
          </p:cNvSpPr>
          <p:nvPr/>
        </p:nvSpPr>
        <p:spPr>
          <a:xfrm>
            <a:off x="18288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033AFD4E-3DFE-4409-AF9E-0A4112D5F716}"/>
              </a:ext>
            </a:extLst>
          </p:cNvPr>
          <p:cNvSpPr>
            <a:spLocks noGrp="1"/>
          </p:cNvSpPr>
          <p:nvPr/>
        </p:nvSpPr>
        <p:spPr>
          <a:xfrm>
            <a:off x="22860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40667503-1B46-431D-99A4-E9DDE0659C00}"/>
              </a:ext>
            </a:extLst>
          </p:cNvPr>
          <p:cNvSpPr>
            <a:spLocks noGrp="1"/>
          </p:cNvSpPr>
          <p:nvPr/>
        </p:nvSpPr>
        <p:spPr>
          <a:xfrm>
            <a:off x="27432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1B342ABA-24D3-4BC7-9748-03B3AF7EA164}"/>
              </a:ext>
            </a:extLst>
          </p:cNvPr>
          <p:cNvSpPr>
            <a:spLocks noGrp="1"/>
          </p:cNvSpPr>
          <p:nvPr/>
        </p:nvSpPr>
        <p:spPr>
          <a:xfrm>
            <a:off x="32004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FC32E11E-1B1C-40F4-8B64-B9D973DEE5DD}"/>
              </a:ext>
            </a:extLst>
          </p:cNvPr>
          <p:cNvSpPr>
            <a:spLocks noGrp="1"/>
          </p:cNvSpPr>
          <p:nvPr/>
        </p:nvSpPr>
        <p:spPr>
          <a:xfrm>
            <a:off x="36576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9087D8E1-1608-4EF6-B5CD-C913A0F37F98}"/>
              </a:ext>
            </a:extLst>
          </p:cNvPr>
          <p:cNvSpPr>
            <a:spLocks noGrp="1"/>
          </p:cNvSpPr>
          <p:nvPr/>
        </p:nvSpPr>
        <p:spPr>
          <a:xfrm>
            <a:off x="41148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4CF6C158-10A5-42F5-9973-B7D3A2D0B2A3}"/>
              </a:ext>
            </a:extLst>
          </p:cNvPr>
          <p:cNvSpPr>
            <a:spLocks noGrp="1"/>
          </p:cNvSpPr>
          <p:nvPr/>
        </p:nvSpPr>
        <p:spPr>
          <a:xfrm>
            <a:off x="45720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E37EB0EA-1A11-41A9-A515-AC196FC57E76}"/>
              </a:ext>
            </a:extLst>
          </p:cNvPr>
          <p:cNvSpPr>
            <a:spLocks noGrp="1"/>
          </p:cNvSpPr>
          <p:nvPr/>
        </p:nvSpPr>
        <p:spPr>
          <a:xfrm>
            <a:off x="50292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2B26AC0B-2E73-4E7A-B46B-FDED9B94E385}"/>
              </a:ext>
            </a:extLst>
          </p:cNvPr>
          <p:cNvSpPr>
            <a:spLocks noGrp="1"/>
          </p:cNvSpPr>
          <p:nvPr/>
        </p:nvSpPr>
        <p:spPr>
          <a:xfrm>
            <a:off x="54864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14CEF9F0-8836-46A0-AE5C-CE2268B42756}"/>
              </a:ext>
            </a:extLst>
          </p:cNvPr>
          <p:cNvSpPr>
            <a:spLocks noGrp="1"/>
          </p:cNvSpPr>
          <p:nvPr/>
        </p:nvSpPr>
        <p:spPr>
          <a:xfrm>
            <a:off x="59436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ABFAAD5F-3038-4376-A42F-6E7CB499EFE6}"/>
              </a:ext>
            </a:extLst>
          </p:cNvPr>
          <p:cNvSpPr>
            <a:spLocks noGrp="1"/>
          </p:cNvSpPr>
          <p:nvPr/>
        </p:nvSpPr>
        <p:spPr>
          <a:xfrm>
            <a:off x="64008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9542F8B5-7E98-4E65-8193-B21743F606DC}"/>
              </a:ext>
            </a:extLst>
          </p:cNvPr>
          <p:cNvSpPr>
            <a:spLocks noGrp="1"/>
          </p:cNvSpPr>
          <p:nvPr/>
        </p:nvSpPr>
        <p:spPr>
          <a:xfrm>
            <a:off x="68580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6EAD32DA-399E-4328-9C14-AF554569D00A}"/>
              </a:ext>
            </a:extLst>
          </p:cNvPr>
          <p:cNvSpPr>
            <a:spLocks noGrp="1"/>
          </p:cNvSpPr>
          <p:nvPr/>
        </p:nvSpPr>
        <p:spPr>
          <a:xfrm>
            <a:off x="73152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3166CA4D-4989-48D0-848B-DBB5F44B6430}"/>
              </a:ext>
            </a:extLst>
          </p:cNvPr>
          <p:cNvSpPr>
            <a:spLocks noGrp="1"/>
          </p:cNvSpPr>
          <p:nvPr/>
        </p:nvSpPr>
        <p:spPr>
          <a:xfrm>
            <a:off x="77724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6533FB44-4F4D-4EDA-942A-7E51C66AC243}"/>
              </a:ext>
            </a:extLst>
          </p:cNvPr>
          <p:cNvSpPr>
            <a:spLocks noGrp="1"/>
          </p:cNvSpPr>
          <p:nvPr/>
        </p:nvSpPr>
        <p:spPr>
          <a:xfrm>
            <a:off x="82296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28839C2F-B6C4-4340-A9C1-6C29A67DFC70}"/>
              </a:ext>
            </a:extLst>
          </p:cNvPr>
          <p:cNvSpPr>
            <a:spLocks noGrp="1"/>
          </p:cNvSpPr>
          <p:nvPr/>
        </p:nvSpPr>
        <p:spPr>
          <a:xfrm>
            <a:off x="86868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79220135-CB34-4FE3-ABAA-9F54BE0011B8}"/>
              </a:ext>
            </a:extLst>
          </p:cNvPr>
          <p:cNvSpPr>
            <a:spLocks noGrp="1"/>
          </p:cNvSpPr>
          <p:nvPr/>
        </p:nvSpPr>
        <p:spPr>
          <a:xfrm>
            <a:off x="91440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6B4238D4-52EE-432D-9394-853CAF34817F}"/>
              </a:ext>
            </a:extLst>
          </p:cNvPr>
          <p:cNvSpPr>
            <a:spLocks noGrp="1"/>
          </p:cNvSpPr>
          <p:nvPr/>
        </p:nvSpPr>
        <p:spPr>
          <a:xfrm>
            <a:off x="96012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44444D0E-88E0-4638-8EFC-5EBB676F1133}"/>
              </a:ext>
            </a:extLst>
          </p:cNvPr>
          <p:cNvSpPr>
            <a:spLocks noGrp="1"/>
          </p:cNvSpPr>
          <p:nvPr/>
        </p:nvSpPr>
        <p:spPr>
          <a:xfrm>
            <a:off x="100584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92D177F1-C44F-47B6-8A2E-9A71399F3D1A}"/>
              </a:ext>
            </a:extLst>
          </p:cNvPr>
          <p:cNvSpPr>
            <a:spLocks noGrp="1"/>
          </p:cNvSpPr>
          <p:nvPr/>
        </p:nvSpPr>
        <p:spPr>
          <a:xfrm>
            <a:off x="105156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064B62D6-F399-4984-AD19-2217F0C0DC0C}"/>
              </a:ext>
            </a:extLst>
          </p:cNvPr>
          <p:cNvSpPr>
            <a:spLocks noGrp="1"/>
          </p:cNvSpPr>
          <p:nvPr/>
        </p:nvSpPr>
        <p:spPr>
          <a:xfrm>
            <a:off x="109728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03C8F551-5614-44B1-8055-7CD054A67C46}"/>
              </a:ext>
            </a:extLst>
          </p:cNvPr>
          <p:cNvSpPr>
            <a:spLocks noGrp="1"/>
          </p:cNvSpPr>
          <p:nvPr/>
        </p:nvSpPr>
        <p:spPr>
          <a:xfrm>
            <a:off x="114300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6BFF500D-BE10-4A2F-A9B3-41E8405FFDED}"/>
              </a:ext>
            </a:extLst>
          </p:cNvPr>
          <p:cNvSpPr>
            <a:spLocks noGrp="1"/>
          </p:cNvSpPr>
          <p:nvPr/>
        </p:nvSpPr>
        <p:spPr>
          <a:xfrm>
            <a:off x="118872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C5D27B30-5C74-49EB-8ED5-212AB340AE2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5EF87D1D-C5E2-42C8-83C0-EB36708E5541}"/>
              </a:ext>
            </a:extLst>
          </p:cNvPr>
          <p:cNvSpPr>
            <a:spLocks noGrp="1"/>
          </p:cNvSpPr>
          <p:nvPr/>
        </p:nvSpPr>
        <p:spPr>
          <a:xfrm>
            <a:off x="0" y="4572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31" name="Shape 29">
            <a:extLst>
              <a:ext uri="{FF2B5EF4-FFF2-40B4-BE49-F238E27FC236}">
                <a16:creationId xmlns:a16="http://schemas.microsoft.com/office/drawing/2014/main" id="{BE21379E-A8BC-4DB6-8BB9-140F55C74A3D}"/>
              </a:ext>
            </a:extLst>
          </p:cNvPr>
          <p:cNvSpPr>
            <a:spLocks noGrp="1"/>
          </p:cNvSpPr>
          <p:nvPr/>
        </p:nvSpPr>
        <p:spPr>
          <a:xfrm>
            <a:off x="0" y="9144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32" name="Shape 30">
            <a:extLst>
              <a:ext uri="{FF2B5EF4-FFF2-40B4-BE49-F238E27FC236}">
                <a16:creationId xmlns:a16="http://schemas.microsoft.com/office/drawing/2014/main" id="{7CBCB43F-8AAE-4012-8011-369406D2FA6A}"/>
              </a:ext>
            </a:extLst>
          </p:cNvPr>
          <p:cNvSpPr>
            <a:spLocks noGrp="1"/>
          </p:cNvSpPr>
          <p:nvPr/>
        </p:nvSpPr>
        <p:spPr>
          <a:xfrm>
            <a:off x="0" y="13716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33" name="Shape 31">
            <a:extLst>
              <a:ext uri="{FF2B5EF4-FFF2-40B4-BE49-F238E27FC236}">
                <a16:creationId xmlns:a16="http://schemas.microsoft.com/office/drawing/2014/main" id="{DF79AC25-85C5-44CA-AF2E-3C6A85C7E0D3}"/>
              </a:ext>
            </a:extLst>
          </p:cNvPr>
          <p:cNvSpPr>
            <a:spLocks noGrp="1"/>
          </p:cNvSpPr>
          <p:nvPr/>
        </p:nvSpPr>
        <p:spPr>
          <a:xfrm>
            <a:off x="0" y="18288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34" name="Shape 32">
            <a:extLst>
              <a:ext uri="{FF2B5EF4-FFF2-40B4-BE49-F238E27FC236}">
                <a16:creationId xmlns:a16="http://schemas.microsoft.com/office/drawing/2014/main" id="{5D43D947-9E8D-4D10-9BA5-9F611D9F6257}"/>
              </a:ext>
            </a:extLst>
          </p:cNvPr>
          <p:cNvSpPr>
            <a:spLocks noGrp="1"/>
          </p:cNvSpPr>
          <p:nvPr/>
        </p:nvSpPr>
        <p:spPr>
          <a:xfrm>
            <a:off x="0" y="22860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35" name="Shape 33">
            <a:extLst>
              <a:ext uri="{FF2B5EF4-FFF2-40B4-BE49-F238E27FC236}">
                <a16:creationId xmlns:a16="http://schemas.microsoft.com/office/drawing/2014/main" id="{FF11EA17-D7E2-47B3-A372-FA235A1B8393}"/>
              </a:ext>
            </a:extLst>
          </p:cNvPr>
          <p:cNvSpPr>
            <a:spLocks noGrp="1"/>
          </p:cNvSpPr>
          <p:nvPr/>
        </p:nvSpPr>
        <p:spPr>
          <a:xfrm>
            <a:off x="0" y="27432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36" name="Shape 34">
            <a:extLst>
              <a:ext uri="{FF2B5EF4-FFF2-40B4-BE49-F238E27FC236}">
                <a16:creationId xmlns:a16="http://schemas.microsoft.com/office/drawing/2014/main" id="{A10DE41A-ECB1-4154-8530-4BD825966533}"/>
              </a:ext>
            </a:extLst>
          </p:cNvPr>
          <p:cNvSpPr>
            <a:spLocks noGrp="1"/>
          </p:cNvSpPr>
          <p:nvPr/>
        </p:nvSpPr>
        <p:spPr>
          <a:xfrm>
            <a:off x="0" y="32004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37" name="Shape 35">
            <a:extLst>
              <a:ext uri="{FF2B5EF4-FFF2-40B4-BE49-F238E27FC236}">
                <a16:creationId xmlns:a16="http://schemas.microsoft.com/office/drawing/2014/main" id="{4545F00E-5BE1-4189-8B98-DC0323F3896E}"/>
              </a:ext>
            </a:extLst>
          </p:cNvPr>
          <p:cNvSpPr>
            <a:spLocks noGrp="1"/>
          </p:cNvSpPr>
          <p:nvPr/>
        </p:nvSpPr>
        <p:spPr>
          <a:xfrm>
            <a:off x="0" y="36576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38" name="Shape 36">
            <a:extLst>
              <a:ext uri="{FF2B5EF4-FFF2-40B4-BE49-F238E27FC236}">
                <a16:creationId xmlns:a16="http://schemas.microsoft.com/office/drawing/2014/main" id="{476EC816-D00A-4AAA-8F89-33AA7CE887FC}"/>
              </a:ext>
            </a:extLst>
          </p:cNvPr>
          <p:cNvSpPr>
            <a:spLocks noGrp="1"/>
          </p:cNvSpPr>
          <p:nvPr/>
        </p:nvSpPr>
        <p:spPr>
          <a:xfrm>
            <a:off x="0" y="41148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39" name="Shape 37">
            <a:extLst>
              <a:ext uri="{FF2B5EF4-FFF2-40B4-BE49-F238E27FC236}">
                <a16:creationId xmlns:a16="http://schemas.microsoft.com/office/drawing/2014/main" id="{272E7A98-4BC3-4858-94C8-E08A08F12123}"/>
              </a:ext>
            </a:extLst>
          </p:cNvPr>
          <p:cNvSpPr>
            <a:spLocks noGrp="1"/>
          </p:cNvSpPr>
          <p:nvPr/>
        </p:nvSpPr>
        <p:spPr>
          <a:xfrm>
            <a:off x="0" y="45720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40" name="Shape 38">
            <a:extLst>
              <a:ext uri="{FF2B5EF4-FFF2-40B4-BE49-F238E27FC236}">
                <a16:creationId xmlns:a16="http://schemas.microsoft.com/office/drawing/2014/main" id="{7BD0F4C2-C079-4613-921F-D051F0B39187}"/>
              </a:ext>
            </a:extLst>
          </p:cNvPr>
          <p:cNvSpPr>
            <a:spLocks noGrp="1"/>
          </p:cNvSpPr>
          <p:nvPr/>
        </p:nvSpPr>
        <p:spPr>
          <a:xfrm>
            <a:off x="0" y="50292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41" name="Shape 39">
            <a:extLst>
              <a:ext uri="{FF2B5EF4-FFF2-40B4-BE49-F238E27FC236}">
                <a16:creationId xmlns:a16="http://schemas.microsoft.com/office/drawing/2014/main" id="{906DE3ED-E740-4F7A-A9AD-51E7433A9CC9}"/>
              </a:ext>
            </a:extLst>
          </p:cNvPr>
          <p:cNvSpPr>
            <a:spLocks noGrp="1"/>
          </p:cNvSpPr>
          <p:nvPr/>
        </p:nvSpPr>
        <p:spPr>
          <a:xfrm>
            <a:off x="0" y="54864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42" name="Shape 40">
            <a:extLst>
              <a:ext uri="{FF2B5EF4-FFF2-40B4-BE49-F238E27FC236}">
                <a16:creationId xmlns:a16="http://schemas.microsoft.com/office/drawing/2014/main" id="{27006CA8-07D4-4D8C-8A62-D0ADAB4FDB4E}"/>
              </a:ext>
            </a:extLst>
          </p:cNvPr>
          <p:cNvSpPr>
            <a:spLocks noGrp="1"/>
          </p:cNvSpPr>
          <p:nvPr/>
        </p:nvSpPr>
        <p:spPr>
          <a:xfrm>
            <a:off x="0" y="59436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43" name="Shape 41">
            <a:extLst>
              <a:ext uri="{FF2B5EF4-FFF2-40B4-BE49-F238E27FC236}">
                <a16:creationId xmlns:a16="http://schemas.microsoft.com/office/drawing/2014/main" id="{2B1E6800-A32B-407F-B170-BE301F05E252}"/>
              </a:ext>
            </a:extLst>
          </p:cNvPr>
          <p:cNvSpPr>
            <a:spLocks noGrp="1"/>
          </p:cNvSpPr>
          <p:nvPr/>
        </p:nvSpPr>
        <p:spPr>
          <a:xfrm>
            <a:off x="0" y="64008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44" name="Shape 42">
            <a:extLst>
              <a:ext uri="{FF2B5EF4-FFF2-40B4-BE49-F238E27FC236}">
                <a16:creationId xmlns:a16="http://schemas.microsoft.com/office/drawing/2014/main" id="{F4AA828B-63AF-424A-96C0-8CF73A7BC509}"/>
              </a:ext>
            </a:extLst>
          </p:cNvPr>
          <p:cNvSpPr>
            <a:spLocks noGrp="1"/>
          </p:cNvSpPr>
          <p:nvPr/>
        </p:nvSpPr>
        <p:spPr>
          <a:xfrm>
            <a:off x="0" y="68580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pic>
        <p:nvPicPr>
          <p:cNvPr id="129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1904" y="164592"/>
            <a:ext cx="1024128" cy="265176"/>
          </a:xfrm>
          <a:prstGeom prst="rect">
            <a:avLst/>
          </a:prstGeom>
        </p:spPr>
      </p:pic>
      <p:sp>
        <p:nvSpPr>
          <p:cNvPr id="46" name="Text 43">
            <a:extLst>
              <a:ext uri="{FF2B5EF4-FFF2-40B4-BE49-F238E27FC236}">
                <a16:creationId xmlns:a16="http://schemas.microsoft.com/office/drawing/2014/main" id="{AD68EBD7-46F7-456E-B091-2D03D44F75A9}"/>
              </a:ext>
            </a:extLst>
          </p:cNvPr>
          <p:cNvSpPr>
            <a:spLocks noGrp="1"/>
          </p:cNvSpPr>
          <p:nvPr/>
        </p:nvSpPr>
        <p:spPr>
          <a:xfrm>
            <a:off x="566928" y="402336"/>
            <a:ext cx="6766560" cy="21945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000" b="1">
                <a:solidFill>
                  <a:srgbClr val="49657A"/>
                </a:solidFill>
                <a:latin typeface="Noto Sans TC"/>
                <a:ea typeface="Noto Sans TC"/>
                <a:cs typeface="Noto Sans TC"/>
              </a:rPr>
              <a:t>問答紀錄與改善</a:t>
            </a:r>
          </a:p>
        </p:txBody>
      </p:sp>
      <p:sp>
        <p:nvSpPr>
          <p:cNvPr id="47" name="Text 44">
            <a:extLst>
              <a:ext uri="{FF2B5EF4-FFF2-40B4-BE49-F238E27FC236}">
                <a16:creationId xmlns:a16="http://schemas.microsoft.com/office/drawing/2014/main" id="{B6CAE7DB-72C3-42E0-BE8D-58DCA3123C73}"/>
              </a:ext>
            </a:extLst>
          </p:cNvPr>
          <p:cNvSpPr>
            <a:spLocks noGrp="1"/>
          </p:cNvSpPr>
          <p:nvPr/>
        </p:nvSpPr>
        <p:spPr>
          <a:xfrm>
            <a:off x="566928" y="667512"/>
            <a:ext cx="9692640" cy="59436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3200" b="1">
                <a:solidFill>
                  <a:srgbClr val="153E6E"/>
                </a:solidFill>
                <a:latin typeface="Noto Sans TC"/>
                <a:ea typeface="Noto Sans TC"/>
                <a:cs typeface="Noto Sans TC"/>
              </a:rPr>
              <a:t>把每次查詢寫入 query_log.jsonl</a:t>
            </a:r>
          </a:p>
        </p:txBody>
      </p:sp>
      <p:sp>
        <p:nvSpPr>
          <p:cNvPr id="48" name="Shape 45">
            <a:extLst>
              <a:ext uri="{FF2B5EF4-FFF2-40B4-BE49-F238E27FC236}">
                <a16:creationId xmlns:a16="http://schemas.microsoft.com/office/drawing/2014/main" id="{6B269D05-5780-43E4-BCDA-795C24403517}"/>
              </a:ext>
            </a:extLst>
          </p:cNvPr>
          <p:cNvSpPr>
            <a:spLocks noGrp="1"/>
          </p:cNvSpPr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8255">
            <a:solidFill>
              <a:srgbClr val="D7E3EC"/>
            </a:solidFill>
            <a:prstDash val="solid"/>
          </a:ln>
        </p:spPr>
      </p:sp>
      <p:sp>
        <p:nvSpPr>
          <p:cNvPr id="49" name="Text 46">
            <a:extLst>
              <a:ext uri="{FF2B5EF4-FFF2-40B4-BE49-F238E27FC236}">
                <a16:creationId xmlns:a16="http://schemas.microsoft.com/office/drawing/2014/main" id="{9E770C72-9D2F-44C1-95E2-4EAFA96E7BC5}"/>
              </a:ext>
            </a:extLst>
          </p:cNvPr>
          <p:cNvSpPr>
            <a:spLocks noGrp="1"/>
          </p:cNvSpPr>
          <p:nvPr/>
        </p:nvSpPr>
        <p:spPr>
          <a:xfrm>
            <a:off x="530352" y="6510528"/>
            <a:ext cx="3200400" cy="18288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850" b="1">
                <a:solidFill>
                  <a:srgbClr val="6F8291"/>
                </a:solidFill>
                <a:latin typeface="Noto Sans TC"/>
                <a:ea typeface="Noto Sans TC"/>
                <a:cs typeface="Noto Sans TC"/>
              </a:rPr>
              <a:t>IMPROVE</a:t>
            </a:r>
          </a:p>
        </p:txBody>
      </p:sp>
      <p:sp>
        <p:nvSpPr>
          <p:cNvPr id="50" name="Text 47">
            <a:extLst>
              <a:ext uri="{FF2B5EF4-FFF2-40B4-BE49-F238E27FC236}">
                <a16:creationId xmlns:a16="http://schemas.microsoft.com/office/drawing/2014/main" id="{828895E8-2EED-428A-AA27-5DEBCC785FA9}"/>
              </a:ext>
            </a:extLst>
          </p:cNvPr>
          <p:cNvSpPr>
            <a:spLocks noGrp="1"/>
          </p:cNvSpPr>
          <p:nvPr/>
        </p:nvSpPr>
        <p:spPr>
          <a:xfrm>
            <a:off x="11064240" y="6473952"/>
            <a:ext cx="548640" cy="20116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r">
              <a:buNone/>
            </a:pPr>
            <a:r>
              <a:rPr sz="1000" b="1">
                <a:solidFill>
                  <a:srgbClr val="6F8291"/>
                </a:solidFill>
                <a:latin typeface="Noto Sans TC"/>
                <a:ea typeface="Noto Sans TC"/>
                <a:cs typeface="Noto Sans TC"/>
              </a:rPr>
              <a:t>15</a:t>
            </a:r>
          </a:p>
        </p:txBody>
      </p:sp>
      <p:sp>
        <p:nvSpPr>
          <p:cNvPr id="51" name="Shape 48">
            <a:extLst>
              <a:ext uri="{FF2B5EF4-FFF2-40B4-BE49-F238E27FC236}">
                <a16:creationId xmlns:a16="http://schemas.microsoft.com/office/drawing/2014/main" id="{65FD13AE-4E3D-4304-B047-61122653C2DF}"/>
              </a:ext>
            </a:extLst>
          </p:cNvPr>
          <p:cNvSpPr>
            <a:spLocks noGrp="1"/>
          </p:cNvSpPr>
          <p:nvPr/>
        </p:nvSpPr>
        <p:spPr>
          <a:xfrm>
            <a:off x="6419088" y="6492240"/>
            <a:ext cx="164592" cy="164592"/>
          </a:xfrm>
          <a:prstGeom prst="ellipse">
            <a:avLst/>
          </a:prstGeom>
          <a:solidFill>
            <a:srgbClr val="E8F1F8"/>
          </a:solidFill>
          <a:ln w="12700">
            <a:solidFill>
              <a:srgbClr val="E8F1F8"/>
            </a:solidFill>
            <a:prstDash val="solid"/>
          </a:ln>
        </p:spPr>
      </p:sp>
      <p:sp>
        <p:nvSpPr>
          <p:cNvPr id="52" name="Text 49">
            <a:extLst>
              <a:ext uri="{FF2B5EF4-FFF2-40B4-BE49-F238E27FC236}">
                <a16:creationId xmlns:a16="http://schemas.microsoft.com/office/drawing/2014/main" id="{B21A39FA-9C4E-4B6B-8BC1-E72E6CBCD2C9}"/>
              </a:ext>
            </a:extLst>
          </p:cNvPr>
          <p:cNvSpPr>
            <a:spLocks noGrp="1"/>
          </p:cNvSpPr>
          <p:nvPr/>
        </p:nvSpPr>
        <p:spPr>
          <a:xfrm>
            <a:off x="6629400" y="6496812"/>
            <a:ext cx="164592" cy="14630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750" b="1">
                <a:solidFill>
                  <a:srgbClr val="6F8291"/>
                </a:solidFill>
                <a:latin typeface="Noto Sans TC"/>
                <a:ea typeface="Noto Sans TC"/>
                <a:cs typeface="Noto Sans TC"/>
              </a:rPr>
              <a:t>S</a:t>
            </a:r>
          </a:p>
        </p:txBody>
      </p:sp>
      <p:sp>
        <p:nvSpPr>
          <p:cNvPr id="53" name="Shape 50">
            <a:extLst>
              <a:ext uri="{FF2B5EF4-FFF2-40B4-BE49-F238E27FC236}">
                <a16:creationId xmlns:a16="http://schemas.microsoft.com/office/drawing/2014/main" id="{40A8B7E5-1BF0-4233-AE55-A48D556BE048}"/>
              </a:ext>
            </a:extLst>
          </p:cNvPr>
          <p:cNvSpPr>
            <a:spLocks noGrp="1"/>
          </p:cNvSpPr>
          <p:nvPr/>
        </p:nvSpPr>
        <p:spPr>
          <a:xfrm>
            <a:off x="6986016" y="6492240"/>
            <a:ext cx="164592" cy="164592"/>
          </a:xfrm>
          <a:prstGeom prst="ellipse">
            <a:avLst/>
          </a:prstGeom>
          <a:solidFill>
            <a:srgbClr val="E8F1F8"/>
          </a:solidFill>
          <a:ln w="12700">
            <a:solidFill>
              <a:srgbClr val="E8F1F8"/>
            </a:solidFill>
            <a:prstDash val="solid"/>
          </a:ln>
        </p:spPr>
      </p:sp>
      <p:sp>
        <p:nvSpPr>
          <p:cNvPr id="54" name="Text 51">
            <a:extLst>
              <a:ext uri="{FF2B5EF4-FFF2-40B4-BE49-F238E27FC236}">
                <a16:creationId xmlns:a16="http://schemas.microsoft.com/office/drawing/2014/main" id="{A33E0DF5-A168-4ECF-B272-96D1F9B12FC0}"/>
              </a:ext>
            </a:extLst>
          </p:cNvPr>
          <p:cNvSpPr>
            <a:spLocks noGrp="1"/>
          </p:cNvSpPr>
          <p:nvPr/>
        </p:nvSpPr>
        <p:spPr>
          <a:xfrm>
            <a:off x="7196328" y="6496812"/>
            <a:ext cx="164592" cy="14630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750" b="1">
                <a:solidFill>
                  <a:srgbClr val="6F8291"/>
                </a:solidFill>
                <a:latin typeface="Noto Sans TC"/>
                <a:ea typeface="Noto Sans TC"/>
                <a:cs typeface="Noto Sans TC"/>
              </a:rPr>
              <a:t>C</a:t>
            </a:r>
          </a:p>
        </p:txBody>
      </p:sp>
      <p:sp>
        <p:nvSpPr>
          <p:cNvPr id="55" name="Shape 52">
            <a:extLst>
              <a:ext uri="{FF2B5EF4-FFF2-40B4-BE49-F238E27FC236}">
                <a16:creationId xmlns:a16="http://schemas.microsoft.com/office/drawing/2014/main" id="{87DA5653-2DBB-421D-97EE-8003BB9931C4}"/>
              </a:ext>
            </a:extLst>
          </p:cNvPr>
          <p:cNvSpPr>
            <a:spLocks noGrp="1"/>
          </p:cNvSpPr>
          <p:nvPr/>
        </p:nvSpPr>
        <p:spPr>
          <a:xfrm>
            <a:off x="7552944" y="6492240"/>
            <a:ext cx="164592" cy="164592"/>
          </a:xfrm>
          <a:prstGeom prst="ellipse">
            <a:avLst/>
          </a:prstGeom>
          <a:solidFill>
            <a:srgbClr val="E8F1F8"/>
          </a:solidFill>
          <a:ln w="12700">
            <a:solidFill>
              <a:srgbClr val="E8F1F8"/>
            </a:solidFill>
            <a:prstDash val="solid"/>
          </a:ln>
        </p:spPr>
      </p:sp>
      <p:sp>
        <p:nvSpPr>
          <p:cNvPr id="56" name="Text 53">
            <a:extLst>
              <a:ext uri="{FF2B5EF4-FFF2-40B4-BE49-F238E27FC236}">
                <a16:creationId xmlns:a16="http://schemas.microsoft.com/office/drawing/2014/main" id="{40A5FBB8-99B2-43B6-93FE-E477A9DA6DCC}"/>
              </a:ext>
            </a:extLst>
          </p:cNvPr>
          <p:cNvSpPr>
            <a:spLocks noGrp="1"/>
          </p:cNvSpPr>
          <p:nvPr/>
        </p:nvSpPr>
        <p:spPr>
          <a:xfrm>
            <a:off x="7763256" y="6496812"/>
            <a:ext cx="164592" cy="14630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750" b="1">
                <a:solidFill>
                  <a:srgbClr val="6F8291"/>
                </a:solidFill>
                <a:latin typeface="Noto Sans TC"/>
                <a:ea typeface="Noto Sans TC"/>
                <a:cs typeface="Noto Sans TC"/>
              </a:rPr>
              <a:t>P</a:t>
            </a:r>
          </a:p>
        </p:txBody>
      </p:sp>
      <p:sp>
        <p:nvSpPr>
          <p:cNvPr id="57" name="Shape 54">
            <a:extLst>
              <a:ext uri="{FF2B5EF4-FFF2-40B4-BE49-F238E27FC236}">
                <a16:creationId xmlns:a16="http://schemas.microsoft.com/office/drawing/2014/main" id="{156785DC-1345-4C98-A8CA-A561E39CD51A}"/>
              </a:ext>
            </a:extLst>
          </p:cNvPr>
          <p:cNvSpPr>
            <a:spLocks noGrp="1"/>
          </p:cNvSpPr>
          <p:nvPr/>
        </p:nvSpPr>
        <p:spPr>
          <a:xfrm>
            <a:off x="8119872" y="6492240"/>
            <a:ext cx="164592" cy="164592"/>
          </a:xfrm>
          <a:prstGeom prst="ellipse">
            <a:avLst/>
          </a:prstGeom>
          <a:solidFill>
            <a:srgbClr val="E8F1F8"/>
          </a:solidFill>
          <a:ln w="12700">
            <a:solidFill>
              <a:srgbClr val="E8F1F8"/>
            </a:solidFill>
            <a:prstDash val="solid"/>
          </a:ln>
        </p:spPr>
      </p:sp>
      <p:sp>
        <p:nvSpPr>
          <p:cNvPr id="58" name="Text 55">
            <a:extLst>
              <a:ext uri="{FF2B5EF4-FFF2-40B4-BE49-F238E27FC236}">
                <a16:creationId xmlns:a16="http://schemas.microsoft.com/office/drawing/2014/main" id="{58DC09C9-1E2F-4720-8A3E-4715AB0DF9CB}"/>
              </a:ext>
            </a:extLst>
          </p:cNvPr>
          <p:cNvSpPr>
            <a:spLocks noGrp="1"/>
          </p:cNvSpPr>
          <p:nvPr/>
        </p:nvSpPr>
        <p:spPr>
          <a:xfrm>
            <a:off x="8330184" y="6496812"/>
            <a:ext cx="164592" cy="14630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750" b="1">
                <a:solidFill>
                  <a:srgbClr val="6F8291"/>
                </a:solidFill>
                <a:latin typeface="Noto Sans TC"/>
                <a:ea typeface="Noto Sans TC"/>
                <a:cs typeface="Noto Sans TC"/>
              </a:rPr>
              <a:t>A</a:t>
            </a:r>
          </a:p>
        </p:txBody>
      </p:sp>
      <p:sp>
        <p:nvSpPr>
          <p:cNvPr id="59" name="Shape 56">
            <a:extLst>
              <a:ext uri="{FF2B5EF4-FFF2-40B4-BE49-F238E27FC236}">
                <a16:creationId xmlns:a16="http://schemas.microsoft.com/office/drawing/2014/main" id="{2A685584-AE80-4446-B88A-8DD15790EB07}"/>
              </a:ext>
            </a:extLst>
          </p:cNvPr>
          <p:cNvSpPr>
            <a:spLocks noGrp="1"/>
          </p:cNvSpPr>
          <p:nvPr/>
        </p:nvSpPr>
        <p:spPr>
          <a:xfrm>
            <a:off x="8686800" y="6492240"/>
            <a:ext cx="164592" cy="164592"/>
          </a:xfrm>
          <a:prstGeom prst="ellipse">
            <a:avLst/>
          </a:prstGeom>
          <a:solidFill>
            <a:srgbClr val="E8F1F8"/>
          </a:solidFill>
          <a:ln w="12700">
            <a:solidFill>
              <a:srgbClr val="E8F1F8"/>
            </a:solidFill>
            <a:prstDash val="solid"/>
          </a:ln>
        </p:spPr>
      </p:sp>
      <p:sp>
        <p:nvSpPr>
          <p:cNvPr id="60" name="Text 57">
            <a:extLst>
              <a:ext uri="{FF2B5EF4-FFF2-40B4-BE49-F238E27FC236}">
                <a16:creationId xmlns:a16="http://schemas.microsoft.com/office/drawing/2014/main" id="{E3F201FD-A119-4157-94B2-EFB28073AA67}"/>
              </a:ext>
            </a:extLst>
          </p:cNvPr>
          <p:cNvSpPr>
            <a:spLocks noGrp="1"/>
          </p:cNvSpPr>
          <p:nvPr/>
        </p:nvSpPr>
        <p:spPr>
          <a:xfrm>
            <a:off x="8897112" y="6496812"/>
            <a:ext cx="164592" cy="14630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750" b="1">
                <a:solidFill>
                  <a:srgbClr val="6F8291"/>
                </a:solidFill>
                <a:latin typeface="Noto Sans TC"/>
                <a:ea typeface="Noto Sans TC"/>
                <a:cs typeface="Noto Sans TC"/>
              </a:rPr>
              <a:t>R</a:t>
            </a:r>
          </a:p>
        </p:txBody>
      </p:sp>
      <p:sp>
        <p:nvSpPr>
          <p:cNvPr id="61" name="Shape 58">
            <a:extLst>
              <a:ext uri="{FF2B5EF4-FFF2-40B4-BE49-F238E27FC236}">
                <a16:creationId xmlns:a16="http://schemas.microsoft.com/office/drawing/2014/main" id="{D95D02D3-3E95-44E2-8173-9113AF937C66}"/>
              </a:ext>
            </a:extLst>
          </p:cNvPr>
          <p:cNvSpPr>
            <a:spLocks noGrp="1"/>
          </p:cNvSpPr>
          <p:nvPr/>
        </p:nvSpPr>
        <p:spPr>
          <a:xfrm>
            <a:off x="9253728" y="6492240"/>
            <a:ext cx="164592" cy="164592"/>
          </a:xfrm>
          <a:prstGeom prst="ellipse">
            <a:avLst/>
          </a:prstGeom>
          <a:solidFill>
            <a:srgbClr val="3679B9"/>
          </a:solidFill>
          <a:ln w="12700">
            <a:solidFill>
              <a:srgbClr val="3679B9"/>
            </a:solidFill>
            <a:prstDash val="solid"/>
          </a:ln>
        </p:spPr>
      </p:sp>
      <p:sp>
        <p:nvSpPr>
          <p:cNvPr id="62" name="Text 59">
            <a:extLst>
              <a:ext uri="{FF2B5EF4-FFF2-40B4-BE49-F238E27FC236}">
                <a16:creationId xmlns:a16="http://schemas.microsoft.com/office/drawing/2014/main" id="{689ABBA0-C01B-40A5-84EE-ABA8CEABE79C}"/>
              </a:ext>
            </a:extLst>
          </p:cNvPr>
          <p:cNvSpPr>
            <a:spLocks noGrp="1"/>
          </p:cNvSpPr>
          <p:nvPr/>
        </p:nvSpPr>
        <p:spPr>
          <a:xfrm>
            <a:off x="9464040" y="6496812"/>
            <a:ext cx="164592" cy="14630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750" b="1">
                <a:solidFill>
                  <a:srgbClr val="6F8291"/>
                </a:solidFill>
                <a:latin typeface="Noto Sans TC"/>
                <a:ea typeface="Noto Sans TC"/>
                <a:cs typeface="Noto Sans TC"/>
              </a:rPr>
              <a:t>I</a:t>
            </a:r>
          </a:p>
        </p:txBody>
      </p:sp>
      <p:sp>
        <p:nvSpPr>
          <p:cNvPr id="63" name="Shape 60">
            <a:extLst>
              <a:ext uri="{FF2B5EF4-FFF2-40B4-BE49-F238E27FC236}">
                <a16:creationId xmlns:a16="http://schemas.microsoft.com/office/drawing/2014/main" id="{E46C5B16-52C5-4932-9697-602DAEEC53EB}"/>
              </a:ext>
            </a:extLst>
          </p:cNvPr>
          <p:cNvSpPr>
            <a:spLocks noGrp="1"/>
          </p:cNvSpPr>
          <p:nvPr/>
        </p:nvSpPr>
        <p:spPr>
          <a:xfrm>
            <a:off x="777240" y="1389888"/>
            <a:ext cx="10652760" cy="361188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4" name="Shape 61">
            <a:extLst>
              <a:ext uri="{FF2B5EF4-FFF2-40B4-BE49-F238E27FC236}">
                <a16:creationId xmlns:a16="http://schemas.microsoft.com/office/drawing/2014/main" id="{894B7E96-76F8-4C61-8C23-D0AD3397C111}"/>
              </a:ext>
            </a:extLst>
          </p:cNvPr>
          <p:cNvSpPr>
            <a:spLocks noGrp="1"/>
          </p:cNvSpPr>
          <p:nvPr/>
        </p:nvSpPr>
        <p:spPr>
          <a:xfrm>
            <a:off x="914400" y="1773936"/>
            <a:ext cx="1417320" cy="475488"/>
          </a:xfrm>
          <a:prstGeom prst="rect">
            <a:avLst/>
          </a:prstGeom>
          <a:solidFill>
            <a:srgbClr val="153E6E"/>
          </a:solidFill>
          <a:ln w="12700">
            <a:solidFill>
              <a:srgbClr val="153E6E">
                <a:alpha val="0"/>
              </a:srgbClr>
            </a:solidFill>
            <a:prstDash val="solid"/>
          </a:ln>
        </p:spPr>
      </p:sp>
      <p:sp>
        <p:nvSpPr>
          <p:cNvPr id="65" name="Text 62">
            <a:extLst>
              <a:ext uri="{FF2B5EF4-FFF2-40B4-BE49-F238E27FC236}">
                <a16:creationId xmlns:a16="http://schemas.microsoft.com/office/drawing/2014/main" id="{E011D7A9-EFE6-4A41-A0AC-16B8E637FD1B}"/>
              </a:ext>
            </a:extLst>
          </p:cNvPr>
          <p:cNvSpPr>
            <a:spLocks noGrp="1"/>
          </p:cNvSpPr>
          <p:nvPr/>
        </p:nvSpPr>
        <p:spPr>
          <a:xfrm>
            <a:off x="987552" y="1920240"/>
            <a:ext cx="1271016" cy="137160"/>
          </a:xfrm>
          <a:prstGeom prst="rect">
            <a:avLst/>
          </a:prstGeom>
          <a:noFill/>
        </p:spPr>
        <p:txBody>
          <a:bodyPr wrap="square" lIns="0" tIns="0" rIns="0" bIns="0" anchor="ctr">
            <a:normAutofit lnSpcReduction="10000"/>
          </a:bodyPr>
          <a:lstStyle/>
          <a:p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query_id</a:t>
            </a:r>
          </a:p>
        </p:txBody>
      </p:sp>
      <p:sp>
        <p:nvSpPr>
          <p:cNvPr id="66" name="Shape 63">
            <a:extLst>
              <a:ext uri="{FF2B5EF4-FFF2-40B4-BE49-F238E27FC236}">
                <a16:creationId xmlns:a16="http://schemas.microsoft.com/office/drawing/2014/main" id="{8AF20E28-E865-4BE2-BF6B-8DB84CE98509}"/>
              </a:ext>
            </a:extLst>
          </p:cNvPr>
          <p:cNvSpPr>
            <a:spLocks noGrp="1"/>
          </p:cNvSpPr>
          <p:nvPr/>
        </p:nvSpPr>
        <p:spPr>
          <a:xfrm>
            <a:off x="2331720" y="1773936"/>
            <a:ext cx="3063240" cy="475488"/>
          </a:xfrm>
          <a:prstGeom prst="rect">
            <a:avLst/>
          </a:prstGeom>
          <a:solidFill>
            <a:srgbClr val="153E6E"/>
          </a:solidFill>
          <a:ln w="12700">
            <a:solidFill>
              <a:srgbClr val="153E6E">
                <a:alpha val="0"/>
              </a:srgbClr>
            </a:solidFill>
            <a:prstDash val="solid"/>
          </a:ln>
        </p:spPr>
      </p:sp>
      <p:sp>
        <p:nvSpPr>
          <p:cNvPr id="67" name="Text 64">
            <a:extLst>
              <a:ext uri="{FF2B5EF4-FFF2-40B4-BE49-F238E27FC236}">
                <a16:creationId xmlns:a16="http://schemas.microsoft.com/office/drawing/2014/main" id="{3FBFC747-51DC-4DD2-8F7B-C73C1E6BC074}"/>
              </a:ext>
            </a:extLst>
          </p:cNvPr>
          <p:cNvSpPr>
            <a:spLocks noGrp="1"/>
          </p:cNvSpPr>
          <p:nvPr/>
        </p:nvSpPr>
        <p:spPr>
          <a:xfrm>
            <a:off x="2404872" y="1920240"/>
            <a:ext cx="2916936" cy="137160"/>
          </a:xfrm>
          <a:prstGeom prst="rect">
            <a:avLst/>
          </a:prstGeom>
          <a:noFill/>
        </p:spPr>
        <p:txBody>
          <a:bodyPr wrap="square" lIns="0" tIns="0" rIns="0" bIns="0" anchor="ctr">
            <a:normAutofit lnSpcReduction="10000"/>
          </a:bodyPr>
          <a:lstStyle/>
          <a:p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question</a:t>
            </a:r>
          </a:p>
        </p:txBody>
      </p:sp>
      <p:sp>
        <p:nvSpPr>
          <p:cNvPr id="68" name="Shape 65">
            <a:extLst>
              <a:ext uri="{FF2B5EF4-FFF2-40B4-BE49-F238E27FC236}">
                <a16:creationId xmlns:a16="http://schemas.microsoft.com/office/drawing/2014/main" id="{7F6AA3A5-C366-478E-AD63-715521D2E393}"/>
              </a:ext>
            </a:extLst>
          </p:cNvPr>
          <p:cNvSpPr>
            <a:spLocks noGrp="1"/>
          </p:cNvSpPr>
          <p:nvPr/>
        </p:nvSpPr>
        <p:spPr>
          <a:xfrm>
            <a:off x="5394960" y="1773936"/>
            <a:ext cx="1920240" cy="475488"/>
          </a:xfrm>
          <a:prstGeom prst="rect">
            <a:avLst/>
          </a:prstGeom>
          <a:solidFill>
            <a:srgbClr val="153E6E"/>
          </a:solidFill>
          <a:ln w="12700">
            <a:solidFill>
              <a:srgbClr val="153E6E">
                <a:alpha val="0"/>
              </a:srgbClr>
            </a:solidFill>
            <a:prstDash val="solid"/>
          </a:ln>
        </p:spPr>
      </p:sp>
      <p:sp>
        <p:nvSpPr>
          <p:cNvPr id="69" name="Text 66">
            <a:extLst>
              <a:ext uri="{FF2B5EF4-FFF2-40B4-BE49-F238E27FC236}">
                <a16:creationId xmlns:a16="http://schemas.microsoft.com/office/drawing/2014/main" id="{2566E51F-1FA4-49CA-B4C2-AB226492726C}"/>
              </a:ext>
            </a:extLst>
          </p:cNvPr>
          <p:cNvSpPr>
            <a:spLocks noGrp="1"/>
          </p:cNvSpPr>
          <p:nvPr/>
        </p:nvSpPr>
        <p:spPr>
          <a:xfrm>
            <a:off x="5468112" y="1920240"/>
            <a:ext cx="1773936" cy="137160"/>
          </a:xfrm>
          <a:prstGeom prst="rect">
            <a:avLst/>
          </a:prstGeom>
          <a:noFill/>
        </p:spPr>
        <p:txBody>
          <a:bodyPr wrap="square" lIns="0" tIns="0" rIns="0" bIns="0" anchor="ctr">
            <a:normAutofit lnSpcReduction="10000"/>
          </a:bodyPr>
          <a:lstStyle/>
          <a:p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answer_status</a:t>
            </a:r>
          </a:p>
        </p:txBody>
      </p:sp>
      <p:sp>
        <p:nvSpPr>
          <p:cNvPr id="70" name="Shape 67">
            <a:extLst>
              <a:ext uri="{FF2B5EF4-FFF2-40B4-BE49-F238E27FC236}">
                <a16:creationId xmlns:a16="http://schemas.microsoft.com/office/drawing/2014/main" id="{D34632CF-AC55-4197-B857-DE1ED2F191F1}"/>
              </a:ext>
            </a:extLst>
          </p:cNvPr>
          <p:cNvSpPr>
            <a:spLocks noGrp="1"/>
          </p:cNvSpPr>
          <p:nvPr/>
        </p:nvSpPr>
        <p:spPr>
          <a:xfrm>
            <a:off x="7315200" y="1773936"/>
            <a:ext cx="2103120" cy="475488"/>
          </a:xfrm>
          <a:prstGeom prst="rect">
            <a:avLst/>
          </a:prstGeom>
          <a:solidFill>
            <a:srgbClr val="153E6E"/>
          </a:solidFill>
          <a:ln w="12700">
            <a:solidFill>
              <a:srgbClr val="153E6E">
                <a:alpha val="0"/>
              </a:srgbClr>
            </a:solidFill>
            <a:prstDash val="solid"/>
          </a:ln>
        </p:spPr>
      </p:sp>
      <p:sp>
        <p:nvSpPr>
          <p:cNvPr id="71" name="Text 68">
            <a:extLst>
              <a:ext uri="{FF2B5EF4-FFF2-40B4-BE49-F238E27FC236}">
                <a16:creationId xmlns:a16="http://schemas.microsoft.com/office/drawing/2014/main" id="{82C507CC-6E2A-4E0E-81A0-AF6304AA3DA5}"/>
              </a:ext>
            </a:extLst>
          </p:cNvPr>
          <p:cNvSpPr>
            <a:spLocks noGrp="1"/>
          </p:cNvSpPr>
          <p:nvPr/>
        </p:nvSpPr>
        <p:spPr>
          <a:xfrm>
            <a:off x="7388352" y="1920240"/>
            <a:ext cx="1956816" cy="137160"/>
          </a:xfrm>
          <a:prstGeom prst="rect">
            <a:avLst/>
          </a:prstGeom>
          <a:noFill/>
        </p:spPr>
        <p:txBody>
          <a:bodyPr wrap="square" lIns="0" tIns="0" rIns="0" bIns="0" anchor="ctr">
            <a:normAutofit fontScale="97500" lnSpcReduction="10000"/>
          </a:bodyPr>
          <a:lstStyle/>
          <a:p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cited_chunk_ids</a:t>
            </a:r>
          </a:p>
        </p:txBody>
      </p:sp>
      <p:sp>
        <p:nvSpPr>
          <p:cNvPr id="72" name="Shape 69">
            <a:extLst>
              <a:ext uri="{FF2B5EF4-FFF2-40B4-BE49-F238E27FC236}">
                <a16:creationId xmlns:a16="http://schemas.microsoft.com/office/drawing/2014/main" id="{C8154DE2-AC00-4349-9C95-36F2554023E0}"/>
              </a:ext>
            </a:extLst>
          </p:cNvPr>
          <p:cNvSpPr>
            <a:spLocks noGrp="1"/>
          </p:cNvSpPr>
          <p:nvPr/>
        </p:nvSpPr>
        <p:spPr>
          <a:xfrm>
            <a:off x="9418320" y="1773936"/>
            <a:ext cx="2148840" cy="475488"/>
          </a:xfrm>
          <a:prstGeom prst="rect">
            <a:avLst/>
          </a:prstGeom>
          <a:solidFill>
            <a:srgbClr val="153E6E"/>
          </a:solidFill>
          <a:ln w="12700">
            <a:solidFill>
              <a:srgbClr val="153E6E">
                <a:alpha val="0"/>
              </a:srgbClr>
            </a:solidFill>
            <a:prstDash val="solid"/>
          </a:ln>
        </p:spPr>
      </p:sp>
      <p:sp>
        <p:nvSpPr>
          <p:cNvPr id="73" name="Text 70">
            <a:extLst>
              <a:ext uri="{FF2B5EF4-FFF2-40B4-BE49-F238E27FC236}">
                <a16:creationId xmlns:a16="http://schemas.microsoft.com/office/drawing/2014/main" id="{410802B4-AB41-46EE-A5B0-D99708D6A30B}"/>
              </a:ext>
            </a:extLst>
          </p:cNvPr>
          <p:cNvSpPr>
            <a:spLocks noGrp="1"/>
          </p:cNvSpPr>
          <p:nvPr/>
        </p:nvSpPr>
        <p:spPr>
          <a:xfrm>
            <a:off x="9491472" y="1920240"/>
            <a:ext cx="2002536" cy="137160"/>
          </a:xfrm>
          <a:prstGeom prst="rect">
            <a:avLst/>
          </a:prstGeom>
          <a:noFill/>
        </p:spPr>
        <p:txBody>
          <a:bodyPr wrap="square" lIns="0" tIns="0" rIns="0" bIns="0" anchor="ctr">
            <a:normAutofit lnSpcReduction="10000"/>
          </a:bodyPr>
          <a:lstStyle/>
          <a:p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self_test_note</a:t>
            </a:r>
          </a:p>
        </p:txBody>
      </p:sp>
      <p:sp>
        <p:nvSpPr>
          <p:cNvPr id="74" name="Shape 71">
            <a:extLst>
              <a:ext uri="{FF2B5EF4-FFF2-40B4-BE49-F238E27FC236}">
                <a16:creationId xmlns:a16="http://schemas.microsoft.com/office/drawing/2014/main" id="{5D4AB952-DC71-47B9-A19C-8E0906C1D85F}"/>
              </a:ext>
            </a:extLst>
          </p:cNvPr>
          <p:cNvSpPr>
            <a:spLocks noGrp="1"/>
          </p:cNvSpPr>
          <p:nvPr/>
        </p:nvSpPr>
        <p:spPr>
          <a:xfrm>
            <a:off x="914400" y="2249424"/>
            <a:ext cx="1417320" cy="859536"/>
          </a:xfrm>
          <a:prstGeom prst="rect">
            <a:avLst/>
          </a:prstGeom>
          <a:solidFill>
            <a:srgbClr val="F4F8FB"/>
          </a:solidFill>
          <a:ln w="12700">
            <a:solidFill>
              <a:srgbClr val="D7E3EC"/>
            </a:solidFill>
            <a:prstDash val="solid"/>
          </a:ln>
        </p:spPr>
      </p:sp>
      <p:sp>
        <p:nvSpPr>
          <p:cNvPr id="75" name="Text 72">
            <a:extLst>
              <a:ext uri="{FF2B5EF4-FFF2-40B4-BE49-F238E27FC236}">
                <a16:creationId xmlns:a16="http://schemas.microsoft.com/office/drawing/2014/main" id="{1C641E58-5AC5-4C08-ACC7-85656269A07D}"/>
              </a:ext>
            </a:extLst>
          </p:cNvPr>
          <p:cNvSpPr>
            <a:spLocks noGrp="1"/>
          </p:cNvSpPr>
          <p:nvPr/>
        </p:nvSpPr>
        <p:spPr>
          <a:xfrm>
            <a:off x="1005840" y="2514600"/>
            <a:ext cx="1234440" cy="164592"/>
          </a:xfrm>
          <a:prstGeom prst="rect">
            <a:avLst/>
          </a:prstGeom>
          <a:noFill/>
        </p:spPr>
        <p:txBody>
          <a:bodyPr wrap="square" lIns="0" tIns="0" rIns="0" bIns="0" anchor="ctr">
            <a:normAutofit fontScale="90000" lnSpcReduction="10000"/>
          </a:bodyPr>
          <a:lstStyle/>
          <a:p>
            <a:pPr marL="0" indent="0" algn="ctr">
              <a:buNone/>
            </a:pPr>
            <a:r>
              <a:rPr sz="1200">
                <a:solidFill>
                  <a:srgbClr val="153E6E"/>
                </a:solidFill>
                <a:latin typeface="Noto Sans TC"/>
                <a:ea typeface="Noto Sans TC"/>
                <a:cs typeface="Noto Sans TC"/>
              </a:rPr>
              <a:t>a8a9e47f5ebb</a:t>
            </a:r>
          </a:p>
        </p:txBody>
      </p:sp>
      <p:sp>
        <p:nvSpPr>
          <p:cNvPr id="76" name="Shape 73">
            <a:extLst>
              <a:ext uri="{FF2B5EF4-FFF2-40B4-BE49-F238E27FC236}">
                <a16:creationId xmlns:a16="http://schemas.microsoft.com/office/drawing/2014/main" id="{3F38B9C6-2041-4FD3-9063-C24D595CD7A9}"/>
              </a:ext>
            </a:extLst>
          </p:cNvPr>
          <p:cNvSpPr>
            <a:spLocks noGrp="1"/>
          </p:cNvSpPr>
          <p:nvPr/>
        </p:nvSpPr>
        <p:spPr>
          <a:xfrm>
            <a:off x="2331720" y="2249424"/>
            <a:ext cx="3063240" cy="859536"/>
          </a:xfrm>
          <a:prstGeom prst="rect">
            <a:avLst/>
          </a:prstGeom>
          <a:solidFill>
            <a:srgbClr val="F4F8FB"/>
          </a:solidFill>
          <a:ln w="12700">
            <a:solidFill>
              <a:srgbClr val="D7E3EC"/>
            </a:solidFill>
            <a:prstDash val="solid"/>
          </a:ln>
        </p:spPr>
      </p:sp>
      <p:sp>
        <p:nvSpPr>
          <p:cNvPr id="77" name="Text 74">
            <a:extLst>
              <a:ext uri="{FF2B5EF4-FFF2-40B4-BE49-F238E27FC236}">
                <a16:creationId xmlns:a16="http://schemas.microsoft.com/office/drawing/2014/main" id="{F687C7A2-66E7-4FF5-945D-3D6496476B68}"/>
              </a:ext>
            </a:extLst>
          </p:cNvPr>
          <p:cNvSpPr>
            <a:spLocks noGrp="1"/>
          </p:cNvSpPr>
          <p:nvPr/>
        </p:nvSpPr>
        <p:spPr>
          <a:xfrm>
            <a:off x="2423160" y="2514600"/>
            <a:ext cx="2880360" cy="164592"/>
          </a:xfrm>
          <a:prstGeom prst="rect">
            <a:avLst/>
          </a:prstGeom>
          <a:noFill/>
        </p:spPr>
        <p:txBody>
          <a:bodyPr wrap="square" lIns="0" tIns="0" rIns="0" bIns="0" anchor="ctr">
            <a:normAutofit fontScale="90000" lnSpcReduction="10000"/>
          </a:bodyPr>
          <a:lstStyle/>
          <a:p>
            <a:pPr marL="0" indent="0" algn="ctr">
              <a:buNone/>
            </a:pPr>
            <a:r>
              <a:rPr sz="1200">
                <a:solidFill>
                  <a:srgbClr val="153E6E"/>
                </a:solidFill>
                <a:latin typeface="Noto Sans TC"/>
                <a:ea typeface="Noto Sans TC"/>
                <a:cs typeface="Noto Sans TC"/>
              </a:rPr>
              <a:t>115 學年度碩士班一般生畢業至少幾學分？</a:t>
            </a:r>
          </a:p>
        </p:txBody>
      </p:sp>
      <p:sp>
        <p:nvSpPr>
          <p:cNvPr id="78" name="Shape 75">
            <a:extLst>
              <a:ext uri="{FF2B5EF4-FFF2-40B4-BE49-F238E27FC236}">
                <a16:creationId xmlns:a16="http://schemas.microsoft.com/office/drawing/2014/main" id="{D1579927-7E08-422C-9993-D4A41A54502F}"/>
              </a:ext>
            </a:extLst>
          </p:cNvPr>
          <p:cNvSpPr>
            <a:spLocks noGrp="1"/>
          </p:cNvSpPr>
          <p:nvPr/>
        </p:nvSpPr>
        <p:spPr>
          <a:xfrm>
            <a:off x="5394960" y="2249424"/>
            <a:ext cx="1920240" cy="859536"/>
          </a:xfrm>
          <a:prstGeom prst="rect">
            <a:avLst/>
          </a:prstGeom>
          <a:solidFill>
            <a:srgbClr val="F4F8FB"/>
          </a:solidFill>
          <a:ln w="12700">
            <a:solidFill>
              <a:srgbClr val="D7E3EC"/>
            </a:solidFill>
            <a:prstDash val="solid"/>
          </a:ln>
        </p:spPr>
      </p:sp>
      <p:sp>
        <p:nvSpPr>
          <p:cNvPr id="79" name="Text 76">
            <a:extLst>
              <a:ext uri="{FF2B5EF4-FFF2-40B4-BE49-F238E27FC236}">
                <a16:creationId xmlns:a16="http://schemas.microsoft.com/office/drawing/2014/main" id="{D33E717D-27BF-44FB-AB51-922AE45F5E5B}"/>
              </a:ext>
            </a:extLst>
          </p:cNvPr>
          <p:cNvSpPr>
            <a:spLocks noGrp="1"/>
          </p:cNvSpPr>
          <p:nvPr/>
        </p:nvSpPr>
        <p:spPr>
          <a:xfrm>
            <a:off x="5486400" y="2514600"/>
            <a:ext cx="1737360" cy="16459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1050">
                <a:solidFill>
                  <a:srgbClr val="153E6E"/>
                </a:solidFill>
                <a:latin typeface="Noto Sans TC"/>
                <a:ea typeface="Noto Sans TC"/>
                <a:cs typeface="Noto Sans TC"/>
              </a:rPr>
              <a:t>answered</a:t>
            </a:r>
          </a:p>
        </p:txBody>
      </p:sp>
      <p:sp>
        <p:nvSpPr>
          <p:cNvPr id="80" name="Shape 77">
            <a:extLst>
              <a:ext uri="{FF2B5EF4-FFF2-40B4-BE49-F238E27FC236}">
                <a16:creationId xmlns:a16="http://schemas.microsoft.com/office/drawing/2014/main" id="{0D276AC9-98D3-42D2-BFB7-FB1743249AF6}"/>
              </a:ext>
            </a:extLst>
          </p:cNvPr>
          <p:cNvSpPr>
            <a:spLocks noGrp="1"/>
          </p:cNvSpPr>
          <p:nvPr/>
        </p:nvSpPr>
        <p:spPr>
          <a:xfrm>
            <a:off x="7315200" y="2249424"/>
            <a:ext cx="2103120" cy="859536"/>
          </a:xfrm>
          <a:prstGeom prst="rect">
            <a:avLst/>
          </a:prstGeom>
          <a:solidFill>
            <a:srgbClr val="F4F8FB"/>
          </a:solidFill>
          <a:ln w="12700">
            <a:solidFill>
              <a:srgbClr val="D7E3EC"/>
            </a:solidFill>
            <a:prstDash val="solid"/>
          </a:ln>
        </p:spPr>
      </p:sp>
      <p:sp>
        <p:nvSpPr>
          <p:cNvPr id="81" name="Text 78">
            <a:extLst>
              <a:ext uri="{FF2B5EF4-FFF2-40B4-BE49-F238E27FC236}">
                <a16:creationId xmlns:a16="http://schemas.microsoft.com/office/drawing/2014/main" id="{FEE79C9F-7912-40FC-A9F1-58F0E5E0AF18}"/>
              </a:ext>
            </a:extLst>
          </p:cNvPr>
          <p:cNvSpPr>
            <a:spLocks noGrp="1"/>
          </p:cNvSpPr>
          <p:nvPr/>
        </p:nvSpPr>
        <p:spPr>
          <a:xfrm>
            <a:off x="7406640" y="2514600"/>
            <a:ext cx="1920240" cy="164592"/>
          </a:xfrm>
          <a:prstGeom prst="rect">
            <a:avLst/>
          </a:prstGeom>
          <a:noFill/>
        </p:spPr>
        <p:txBody>
          <a:bodyPr wrap="square" lIns="0" tIns="0" rIns="0" bIns="0" anchor="ctr">
            <a:normAutofit fontScale="90000" lnSpcReduction="10000"/>
          </a:bodyPr>
          <a:lstStyle/>
          <a:p>
            <a:pPr marL="0" indent="0" algn="ctr">
              <a:buNone/>
            </a:pPr>
            <a:r>
              <a:rPr sz="1200">
                <a:solidFill>
                  <a:srgbClr val="153E6E"/>
                </a:solidFill>
                <a:latin typeface="Noto Sans TC"/>
                <a:ea typeface="Noto Sans TC"/>
                <a:cs typeface="Noto Sans TC"/>
              </a:rPr>
              <a:t>day03-003</a:t>
            </a:r>
          </a:p>
        </p:txBody>
      </p:sp>
      <p:sp>
        <p:nvSpPr>
          <p:cNvPr id="82" name="Shape 79">
            <a:extLst>
              <a:ext uri="{FF2B5EF4-FFF2-40B4-BE49-F238E27FC236}">
                <a16:creationId xmlns:a16="http://schemas.microsoft.com/office/drawing/2014/main" id="{E8F3BD3E-7A0E-4F7C-953D-F515A3B70044}"/>
              </a:ext>
            </a:extLst>
          </p:cNvPr>
          <p:cNvSpPr>
            <a:spLocks noGrp="1"/>
          </p:cNvSpPr>
          <p:nvPr/>
        </p:nvSpPr>
        <p:spPr>
          <a:xfrm>
            <a:off x="9418320" y="2249424"/>
            <a:ext cx="2148840" cy="859536"/>
          </a:xfrm>
          <a:prstGeom prst="rect">
            <a:avLst/>
          </a:prstGeom>
          <a:solidFill>
            <a:srgbClr val="F4F8FB"/>
          </a:solidFill>
          <a:ln w="12700">
            <a:solidFill>
              <a:srgbClr val="D7E3EC"/>
            </a:solidFill>
            <a:prstDash val="solid"/>
          </a:ln>
        </p:spPr>
      </p:sp>
      <p:sp>
        <p:nvSpPr>
          <p:cNvPr id="83" name="Text 80">
            <a:extLst>
              <a:ext uri="{FF2B5EF4-FFF2-40B4-BE49-F238E27FC236}">
                <a16:creationId xmlns:a16="http://schemas.microsoft.com/office/drawing/2014/main" id="{19466A0B-F591-49D1-9D15-68D94F80D6F0}"/>
              </a:ext>
            </a:extLst>
          </p:cNvPr>
          <p:cNvSpPr>
            <a:spLocks noGrp="1"/>
          </p:cNvSpPr>
          <p:nvPr/>
        </p:nvSpPr>
        <p:spPr>
          <a:xfrm>
            <a:off x="9509760" y="2514600"/>
            <a:ext cx="1965960" cy="164592"/>
          </a:xfrm>
          <a:prstGeom prst="rect">
            <a:avLst/>
          </a:prstGeom>
          <a:noFill/>
        </p:spPr>
        <p:txBody>
          <a:bodyPr wrap="square" lIns="0" tIns="0" rIns="0" bIns="0" anchor="ctr">
            <a:normAutofit fontScale="90000" lnSpcReduction="10000"/>
          </a:bodyPr>
          <a:lstStyle/>
          <a:p>
            <a:pPr marL="0" indent="0" algn="ctr">
              <a:buNone/>
            </a:pPr>
            <a:r>
              <a:rPr sz="1200">
                <a:solidFill>
                  <a:srgbClr val="153E6E"/>
                </a:solidFill>
                <a:latin typeface="Noto Sans TC"/>
                <a:ea typeface="Noto Sans TC"/>
                <a:cs typeface="Noto Sans TC"/>
              </a:rPr>
              <a:t>引用原文、年度與身分</a:t>
            </a:r>
          </a:p>
        </p:txBody>
      </p:sp>
      <p:sp>
        <p:nvSpPr>
          <p:cNvPr id="84" name="Text 81">
            <a:extLst>
              <a:ext uri="{FF2B5EF4-FFF2-40B4-BE49-F238E27FC236}">
                <a16:creationId xmlns:a16="http://schemas.microsoft.com/office/drawing/2014/main" id="{1F061B86-6156-49E5-8974-8E7321F8A47A}"/>
              </a:ext>
            </a:extLst>
          </p:cNvPr>
          <p:cNvSpPr>
            <a:spLocks noGrp="1"/>
          </p:cNvSpPr>
          <p:nvPr/>
        </p:nvSpPr>
        <p:spPr>
          <a:xfrm>
            <a:off x="1188720" y="3703320"/>
            <a:ext cx="9784080" cy="27432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1800" b="1">
                <a:solidFill>
                  <a:srgbClr val="153E6E"/>
                </a:solidFill>
                <a:latin typeface="Noto Sans TC"/>
                <a:ea typeface="Noto Sans TC"/>
                <a:cs typeface="Noto Sans TC"/>
              </a:rPr>
              <a:t>另有 needs_context 案例：缺少適用年度／學生身分。</a:t>
            </a:r>
          </a:p>
        </p:txBody>
      </p:sp>
    </p:spTree>
    <p:extLst>
      <p:ext uri="{BB962C8B-B14F-4D97-AF65-F5344CB8AC3E}">
        <p14:creationId xmlns:p14="http://schemas.microsoft.com/office/powerpoint/2010/main" val="20991162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021A239-6B76-4397-B742-302673A7B76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586EE8C-D4BE-41CD-8A73-6EE3A7BEBD1C}"/>
              </a:ext>
            </a:extLst>
          </p:cNvPr>
          <p:cNvSpPr>
            <a:spLocks noGrp="1"/>
          </p:cNvSpPr>
          <p:nvPr/>
        </p:nvSpPr>
        <p:spPr>
          <a:xfrm>
            <a:off x="4572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F2A11AD3-F08C-4D33-936A-684FE4CFA1CA}"/>
              </a:ext>
            </a:extLst>
          </p:cNvPr>
          <p:cNvSpPr>
            <a:spLocks noGrp="1"/>
          </p:cNvSpPr>
          <p:nvPr/>
        </p:nvSpPr>
        <p:spPr>
          <a:xfrm>
            <a:off x="9144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3A679BEE-6F49-45AA-85BC-6BECA4767FEC}"/>
              </a:ext>
            </a:extLst>
          </p:cNvPr>
          <p:cNvSpPr>
            <a:spLocks noGrp="1"/>
          </p:cNvSpPr>
          <p:nvPr/>
        </p:nvSpPr>
        <p:spPr>
          <a:xfrm>
            <a:off x="13716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8C932B8F-CAD8-49B1-9996-CF9EFDF1F33E}"/>
              </a:ext>
            </a:extLst>
          </p:cNvPr>
          <p:cNvSpPr>
            <a:spLocks noGrp="1"/>
          </p:cNvSpPr>
          <p:nvPr/>
        </p:nvSpPr>
        <p:spPr>
          <a:xfrm>
            <a:off x="18288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FC742B48-78B7-43F9-90E3-8B758A019EB3}"/>
              </a:ext>
            </a:extLst>
          </p:cNvPr>
          <p:cNvSpPr>
            <a:spLocks noGrp="1"/>
          </p:cNvSpPr>
          <p:nvPr/>
        </p:nvSpPr>
        <p:spPr>
          <a:xfrm>
            <a:off x="22860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49B9026B-BB40-423E-A03D-21B43B00D260}"/>
              </a:ext>
            </a:extLst>
          </p:cNvPr>
          <p:cNvSpPr>
            <a:spLocks noGrp="1"/>
          </p:cNvSpPr>
          <p:nvPr/>
        </p:nvSpPr>
        <p:spPr>
          <a:xfrm>
            <a:off x="27432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33C3A48F-8690-4D68-A1BE-0C178718266D}"/>
              </a:ext>
            </a:extLst>
          </p:cNvPr>
          <p:cNvSpPr>
            <a:spLocks noGrp="1"/>
          </p:cNvSpPr>
          <p:nvPr/>
        </p:nvSpPr>
        <p:spPr>
          <a:xfrm>
            <a:off x="32004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EAB0CC51-F53F-4099-BB41-A8DB45048AC5}"/>
              </a:ext>
            </a:extLst>
          </p:cNvPr>
          <p:cNvSpPr>
            <a:spLocks noGrp="1"/>
          </p:cNvSpPr>
          <p:nvPr/>
        </p:nvSpPr>
        <p:spPr>
          <a:xfrm>
            <a:off x="36576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DF5F56AC-26E7-40F0-9BBD-07E6C87AF6B5}"/>
              </a:ext>
            </a:extLst>
          </p:cNvPr>
          <p:cNvSpPr>
            <a:spLocks noGrp="1"/>
          </p:cNvSpPr>
          <p:nvPr/>
        </p:nvSpPr>
        <p:spPr>
          <a:xfrm>
            <a:off x="41148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E17E7995-72CC-4588-813D-187B3F1C8D2D}"/>
              </a:ext>
            </a:extLst>
          </p:cNvPr>
          <p:cNvSpPr>
            <a:spLocks noGrp="1"/>
          </p:cNvSpPr>
          <p:nvPr/>
        </p:nvSpPr>
        <p:spPr>
          <a:xfrm>
            <a:off x="45720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D467F67C-333F-4CCE-9F44-E279E81824E4}"/>
              </a:ext>
            </a:extLst>
          </p:cNvPr>
          <p:cNvSpPr>
            <a:spLocks noGrp="1"/>
          </p:cNvSpPr>
          <p:nvPr/>
        </p:nvSpPr>
        <p:spPr>
          <a:xfrm>
            <a:off x="50292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7B67A77E-D6C7-4A7C-9C5B-D504923AD2AC}"/>
              </a:ext>
            </a:extLst>
          </p:cNvPr>
          <p:cNvSpPr>
            <a:spLocks noGrp="1"/>
          </p:cNvSpPr>
          <p:nvPr/>
        </p:nvSpPr>
        <p:spPr>
          <a:xfrm>
            <a:off x="54864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EBA75193-0153-4168-9FA8-28763E3E251C}"/>
              </a:ext>
            </a:extLst>
          </p:cNvPr>
          <p:cNvSpPr>
            <a:spLocks noGrp="1"/>
          </p:cNvSpPr>
          <p:nvPr/>
        </p:nvSpPr>
        <p:spPr>
          <a:xfrm>
            <a:off x="59436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0915CD0A-9B24-45E6-9E6C-8EF328DF55D3}"/>
              </a:ext>
            </a:extLst>
          </p:cNvPr>
          <p:cNvSpPr>
            <a:spLocks noGrp="1"/>
          </p:cNvSpPr>
          <p:nvPr/>
        </p:nvSpPr>
        <p:spPr>
          <a:xfrm>
            <a:off x="64008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A8DB7321-1E9D-4439-BA55-1CF884518FA5}"/>
              </a:ext>
            </a:extLst>
          </p:cNvPr>
          <p:cNvSpPr>
            <a:spLocks noGrp="1"/>
          </p:cNvSpPr>
          <p:nvPr/>
        </p:nvSpPr>
        <p:spPr>
          <a:xfrm>
            <a:off x="68580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4D013CC1-CC86-463A-9485-6410D425D53B}"/>
              </a:ext>
            </a:extLst>
          </p:cNvPr>
          <p:cNvSpPr>
            <a:spLocks noGrp="1"/>
          </p:cNvSpPr>
          <p:nvPr/>
        </p:nvSpPr>
        <p:spPr>
          <a:xfrm>
            <a:off x="73152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F4A94774-C7B4-413F-9ED0-1FE55A713FD0}"/>
              </a:ext>
            </a:extLst>
          </p:cNvPr>
          <p:cNvSpPr>
            <a:spLocks noGrp="1"/>
          </p:cNvSpPr>
          <p:nvPr/>
        </p:nvSpPr>
        <p:spPr>
          <a:xfrm>
            <a:off x="77724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6DDD87DD-AAC1-479A-A590-A429F8C9F6F4}"/>
              </a:ext>
            </a:extLst>
          </p:cNvPr>
          <p:cNvSpPr>
            <a:spLocks noGrp="1"/>
          </p:cNvSpPr>
          <p:nvPr/>
        </p:nvSpPr>
        <p:spPr>
          <a:xfrm>
            <a:off x="82296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E4CAE67F-134E-4964-9842-394CDF2680E1}"/>
              </a:ext>
            </a:extLst>
          </p:cNvPr>
          <p:cNvSpPr>
            <a:spLocks noGrp="1"/>
          </p:cNvSpPr>
          <p:nvPr/>
        </p:nvSpPr>
        <p:spPr>
          <a:xfrm>
            <a:off x="86868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5A8B7DB4-45B2-4F2D-B7B6-63E6D7B56405}"/>
              </a:ext>
            </a:extLst>
          </p:cNvPr>
          <p:cNvSpPr>
            <a:spLocks noGrp="1"/>
          </p:cNvSpPr>
          <p:nvPr/>
        </p:nvSpPr>
        <p:spPr>
          <a:xfrm>
            <a:off x="91440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66E98B3A-E985-4B7C-AD3B-A32CFE21E445}"/>
              </a:ext>
            </a:extLst>
          </p:cNvPr>
          <p:cNvSpPr>
            <a:spLocks noGrp="1"/>
          </p:cNvSpPr>
          <p:nvPr/>
        </p:nvSpPr>
        <p:spPr>
          <a:xfrm>
            <a:off x="96012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4FA5220B-963D-46D1-99B0-324AA6DFC14D}"/>
              </a:ext>
            </a:extLst>
          </p:cNvPr>
          <p:cNvSpPr>
            <a:spLocks noGrp="1"/>
          </p:cNvSpPr>
          <p:nvPr/>
        </p:nvSpPr>
        <p:spPr>
          <a:xfrm>
            <a:off x="100584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6352CF7B-64A4-487E-AC88-65C1EAE8B4B6}"/>
              </a:ext>
            </a:extLst>
          </p:cNvPr>
          <p:cNvSpPr>
            <a:spLocks noGrp="1"/>
          </p:cNvSpPr>
          <p:nvPr/>
        </p:nvSpPr>
        <p:spPr>
          <a:xfrm>
            <a:off x="105156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A43292FD-EC06-4E95-B54B-112ED22F49CF}"/>
              </a:ext>
            </a:extLst>
          </p:cNvPr>
          <p:cNvSpPr>
            <a:spLocks noGrp="1"/>
          </p:cNvSpPr>
          <p:nvPr/>
        </p:nvSpPr>
        <p:spPr>
          <a:xfrm>
            <a:off x="109728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B2DE1EF8-5032-470C-81F6-33056C300A8B}"/>
              </a:ext>
            </a:extLst>
          </p:cNvPr>
          <p:cNvSpPr>
            <a:spLocks noGrp="1"/>
          </p:cNvSpPr>
          <p:nvPr/>
        </p:nvSpPr>
        <p:spPr>
          <a:xfrm>
            <a:off x="114300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CD3C40CF-7F62-4EA8-8ACB-AEC9F2961B6E}"/>
              </a:ext>
            </a:extLst>
          </p:cNvPr>
          <p:cNvSpPr>
            <a:spLocks noGrp="1"/>
          </p:cNvSpPr>
          <p:nvPr/>
        </p:nvSpPr>
        <p:spPr>
          <a:xfrm>
            <a:off x="118872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C8B7E3ED-887E-4ED8-9716-D8D9DFB13F2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0C7FED9E-8207-4AD8-B224-4A5505415512}"/>
              </a:ext>
            </a:extLst>
          </p:cNvPr>
          <p:cNvSpPr>
            <a:spLocks noGrp="1"/>
          </p:cNvSpPr>
          <p:nvPr/>
        </p:nvSpPr>
        <p:spPr>
          <a:xfrm>
            <a:off x="0" y="4572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31" name="Shape 29">
            <a:extLst>
              <a:ext uri="{FF2B5EF4-FFF2-40B4-BE49-F238E27FC236}">
                <a16:creationId xmlns:a16="http://schemas.microsoft.com/office/drawing/2014/main" id="{14B0C135-C4B0-4E52-8744-BBB82CF899F2}"/>
              </a:ext>
            </a:extLst>
          </p:cNvPr>
          <p:cNvSpPr>
            <a:spLocks noGrp="1"/>
          </p:cNvSpPr>
          <p:nvPr/>
        </p:nvSpPr>
        <p:spPr>
          <a:xfrm>
            <a:off x="0" y="9144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32" name="Shape 30">
            <a:extLst>
              <a:ext uri="{FF2B5EF4-FFF2-40B4-BE49-F238E27FC236}">
                <a16:creationId xmlns:a16="http://schemas.microsoft.com/office/drawing/2014/main" id="{705450D3-60F0-4364-BB2C-8F4B4C474E63}"/>
              </a:ext>
            </a:extLst>
          </p:cNvPr>
          <p:cNvSpPr>
            <a:spLocks noGrp="1"/>
          </p:cNvSpPr>
          <p:nvPr/>
        </p:nvSpPr>
        <p:spPr>
          <a:xfrm>
            <a:off x="0" y="13716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33" name="Shape 31">
            <a:extLst>
              <a:ext uri="{FF2B5EF4-FFF2-40B4-BE49-F238E27FC236}">
                <a16:creationId xmlns:a16="http://schemas.microsoft.com/office/drawing/2014/main" id="{FEFA96E3-BF23-42D2-8147-A0896CFDED4E}"/>
              </a:ext>
            </a:extLst>
          </p:cNvPr>
          <p:cNvSpPr>
            <a:spLocks noGrp="1"/>
          </p:cNvSpPr>
          <p:nvPr/>
        </p:nvSpPr>
        <p:spPr>
          <a:xfrm>
            <a:off x="0" y="18288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34" name="Shape 32">
            <a:extLst>
              <a:ext uri="{FF2B5EF4-FFF2-40B4-BE49-F238E27FC236}">
                <a16:creationId xmlns:a16="http://schemas.microsoft.com/office/drawing/2014/main" id="{0E38B6CA-E998-45DF-B774-8FB3F95DE717}"/>
              </a:ext>
            </a:extLst>
          </p:cNvPr>
          <p:cNvSpPr>
            <a:spLocks noGrp="1"/>
          </p:cNvSpPr>
          <p:nvPr/>
        </p:nvSpPr>
        <p:spPr>
          <a:xfrm>
            <a:off x="0" y="22860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35" name="Shape 33">
            <a:extLst>
              <a:ext uri="{FF2B5EF4-FFF2-40B4-BE49-F238E27FC236}">
                <a16:creationId xmlns:a16="http://schemas.microsoft.com/office/drawing/2014/main" id="{D7F51BCC-0879-4F35-A535-1653B2801AE6}"/>
              </a:ext>
            </a:extLst>
          </p:cNvPr>
          <p:cNvSpPr>
            <a:spLocks noGrp="1"/>
          </p:cNvSpPr>
          <p:nvPr/>
        </p:nvSpPr>
        <p:spPr>
          <a:xfrm>
            <a:off x="0" y="27432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36" name="Shape 34">
            <a:extLst>
              <a:ext uri="{FF2B5EF4-FFF2-40B4-BE49-F238E27FC236}">
                <a16:creationId xmlns:a16="http://schemas.microsoft.com/office/drawing/2014/main" id="{98671343-EA37-4AE2-800D-B041DAFEE159}"/>
              </a:ext>
            </a:extLst>
          </p:cNvPr>
          <p:cNvSpPr>
            <a:spLocks noGrp="1"/>
          </p:cNvSpPr>
          <p:nvPr/>
        </p:nvSpPr>
        <p:spPr>
          <a:xfrm>
            <a:off x="0" y="32004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37" name="Shape 35">
            <a:extLst>
              <a:ext uri="{FF2B5EF4-FFF2-40B4-BE49-F238E27FC236}">
                <a16:creationId xmlns:a16="http://schemas.microsoft.com/office/drawing/2014/main" id="{8E12B6CE-0104-4854-A056-A17AD128E085}"/>
              </a:ext>
            </a:extLst>
          </p:cNvPr>
          <p:cNvSpPr>
            <a:spLocks noGrp="1"/>
          </p:cNvSpPr>
          <p:nvPr/>
        </p:nvSpPr>
        <p:spPr>
          <a:xfrm>
            <a:off x="0" y="36576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38" name="Shape 36">
            <a:extLst>
              <a:ext uri="{FF2B5EF4-FFF2-40B4-BE49-F238E27FC236}">
                <a16:creationId xmlns:a16="http://schemas.microsoft.com/office/drawing/2014/main" id="{48867404-0D65-4B7C-A441-7F70FE144E5F}"/>
              </a:ext>
            </a:extLst>
          </p:cNvPr>
          <p:cNvSpPr>
            <a:spLocks noGrp="1"/>
          </p:cNvSpPr>
          <p:nvPr/>
        </p:nvSpPr>
        <p:spPr>
          <a:xfrm>
            <a:off x="0" y="41148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39" name="Shape 37">
            <a:extLst>
              <a:ext uri="{FF2B5EF4-FFF2-40B4-BE49-F238E27FC236}">
                <a16:creationId xmlns:a16="http://schemas.microsoft.com/office/drawing/2014/main" id="{529524C0-913C-4CE5-9BCA-581A7D4FA721}"/>
              </a:ext>
            </a:extLst>
          </p:cNvPr>
          <p:cNvSpPr>
            <a:spLocks noGrp="1"/>
          </p:cNvSpPr>
          <p:nvPr/>
        </p:nvSpPr>
        <p:spPr>
          <a:xfrm>
            <a:off x="0" y="45720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40" name="Shape 38">
            <a:extLst>
              <a:ext uri="{FF2B5EF4-FFF2-40B4-BE49-F238E27FC236}">
                <a16:creationId xmlns:a16="http://schemas.microsoft.com/office/drawing/2014/main" id="{808F08E1-B2CF-4FC9-9459-85C129CEDBF0}"/>
              </a:ext>
            </a:extLst>
          </p:cNvPr>
          <p:cNvSpPr>
            <a:spLocks noGrp="1"/>
          </p:cNvSpPr>
          <p:nvPr/>
        </p:nvSpPr>
        <p:spPr>
          <a:xfrm>
            <a:off x="0" y="50292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41" name="Shape 39">
            <a:extLst>
              <a:ext uri="{FF2B5EF4-FFF2-40B4-BE49-F238E27FC236}">
                <a16:creationId xmlns:a16="http://schemas.microsoft.com/office/drawing/2014/main" id="{054B3CE8-A178-4939-9E43-3218DB2D16D6}"/>
              </a:ext>
            </a:extLst>
          </p:cNvPr>
          <p:cNvSpPr>
            <a:spLocks noGrp="1"/>
          </p:cNvSpPr>
          <p:nvPr/>
        </p:nvSpPr>
        <p:spPr>
          <a:xfrm>
            <a:off x="0" y="54864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42" name="Shape 40">
            <a:extLst>
              <a:ext uri="{FF2B5EF4-FFF2-40B4-BE49-F238E27FC236}">
                <a16:creationId xmlns:a16="http://schemas.microsoft.com/office/drawing/2014/main" id="{30A36A91-98C9-44A1-B7F0-6C7D7558047E}"/>
              </a:ext>
            </a:extLst>
          </p:cNvPr>
          <p:cNvSpPr>
            <a:spLocks noGrp="1"/>
          </p:cNvSpPr>
          <p:nvPr/>
        </p:nvSpPr>
        <p:spPr>
          <a:xfrm>
            <a:off x="0" y="59436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43" name="Shape 41">
            <a:extLst>
              <a:ext uri="{FF2B5EF4-FFF2-40B4-BE49-F238E27FC236}">
                <a16:creationId xmlns:a16="http://schemas.microsoft.com/office/drawing/2014/main" id="{96E2CECC-598C-437E-B903-E5E2E9A58C19}"/>
              </a:ext>
            </a:extLst>
          </p:cNvPr>
          <p:cNvSpPr>
            <a:spLocks noGrp="1"/>
          </p:cNvSpPr>
          <p:nvPr/>
        </p:nvSpPr>
        <p:spPr>
          <a:xfrm>
            <a:off x="0" y="64008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44" name="Shape 42">
            <a:extLst>
              <a:ext uri="{FF2B5EF4-FFF2-40B4-BE49-F238E27FC236}">
                <a16:creationId xmlns:a16="http://schemas.microsoft.com/office/drawing/2014/main" id="{ED19DAD1-DFB6-4F5E-8403-4D0179C6E9C1}"/>
              </a:ext>
            </a:extLst>
          </p:cNvPr>
          <p:cNvSpPr>
            <a:spLocks noGrp="1"/>
          </p:cNvSpPr>
          <p:nvPr/>
        </p:nvSpPr>
        <p:spPr>
          <a:xfrm>
            <a:off x="0" y="68580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pic>
        <p:nvPicPr>
          <p:cNvPr id="127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1904" y="164592"/>
            <a:ext cx="1024128" cy="265176"/>
          </a:xfrm>
          <a:prstGeom prst="rect">
            <a:avLst/>
          </a:prstGeom>
        </p:spPr>
      </p:pic>
      <p:sp>
        <p:nvSpPr>
          <p:cNvPr id="46" name="Text 43">
            <a:extLst>
              <a:ext uri="{FF2B5EF4-FFF2-40B4-BE49-F238E27FC236}">
                <a16:creationId xmlns:a16="http://schemas.microsoft.com/office/drawing/2014/main" id="{F3C55384-7935-4C2F-A587-1E40FC58E53D}"/>
              </a:ext>
            </a:extLst>
          </p:cNvPr>
          <p:cNvSpPr>
            <a:spLocks noGrp="1"/>
          </p:cNvSpPr>
          <p:nvPr/>
        </p:nvSpPr>
        <p:spPr>
          <a:xfrm>
            <a:off x="566928" y="402336"/>
            <a:ext cx="6766560" cy="21945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000" b="1">
                <a:solidFill>
                  <a:srgbClr val="49657A"/>
                </a:solidFill>
                <a:latin typeface="Noto Sans TC"/>
                <a:ea typeface="Noto Sans TC"/>
                <a:cs typeface="Noto Sans TC"/>
              </a:rPr>
              <a:t>不計分的自我檢查</a:t>
            </a:r>
          </a:p>
        </p:txBody>
      </p:sp>
      <p:sp>
        <p:nvSpPr>
          <p:cNvPr id="47" name="Text 44">
            <a:extLst>
              <a:ext uri="{FF2B5EF4-FFF2-40B4-BE49-F238E27FC236}">
                <a16:creationId xmlns:a16="http://schemas.microsoft.com/office/drawing/2014/main" id="{256686C1-0C1C-4B46-86C0-C82EFE2AAD02}"/>
              </a:ext>
            </a:extLst>
          </p:cNvPr>
          <p:cNvSpPr>
            <a:spLocks noGrp="1"/>
          </p:cNvSpPr>
          <p:nvPr/>
        </p:nvSpPr>
        <p:spPr>
          <a:xfrm>
            <a:off x="566928" y="667512"/>
            <a:ext cx="9692640" cy="59436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3200" b="1">
                <a:solidFill>
                  <a:srgbClr val="153E6E"/>
                </a:solidFill>
                <a:latin typeface="Noto Sans TC"/>
                <a:ea typeface="Noto Sans TC"/>
                <a:cs typeface="Noto Sans TC"/>
              </a:rPr>
              <a:t>從實際測試找出下一個改善動作</a:t>
            </a:r>
          </a:p>
        </p:txBody>
      </p:sp>
      <p:sp>
        <p:nvSpPr>
          <p:cNvPr id="48" name="Shape 45">
            <a:extLst>
              <a:ext uri="{FF2B5EF4-FFF2-40B4-BE49-F238E27FC236}">
                <a16:creationId xmlns:a16="http://schemas.microsoft.com/office/drawing/2014/main" id="{33EC4548-A6B4-40A8-B9B6-1B2D30588B3A}"/>
              </a:ext>
            </a:extLst>
          </p:cNvPr>
          <p:cNvSpPr>
            <a:spLocks noGrp="1"/>
          </p:cNvSpPr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8255">
            <a:solidFill>
              <a:srgbClr val="D7E3EC"/>
            </a:solidFill>
            <a:prstDash val="solid"/>
          </a:ln>
        </p:spPr>
      </p:sp>
      <p:sp>
        <p:nvSpPr>
          <p:cNvPr id="49" name="Text 46">
            <a:extLst>
              <a:ext uri="{FF2B5EF4-FFF2-40B4-BE49-F238E27FC236}">
                <a16:creationId xmlns:a16="http://schemas.microsoft.com/office/drawing/2014/main" id="{0DC7DB95-EC13-4446-95D0-CA68A5338DF6}"/>
              </a:ext>
            </a:extLst>
          </p:cNvPr>
          <p:cNvSpPr>
            <a:spLocks noGrp="1"/>
          </p:cNvSpPr>
          <p:nvPr/>
        </p:nvSpPr>
        <p:spPr>
          <a:xfrm>
            <a:off x="530352" y="6510528"/>
            <a:ext cx="3200400" cy="18288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850" b="1">
                <a:solidFill>
                  <a:srgbClr val="6F8291"/>
                </a:solidFill>
                <a:latin typeface="Noto Sans TC"/>
                <a:ea typeface="Noto Sans TC"/>
                <a:cs typeface="Noto Sans TC"/>
              </a:rPr>
              <a:t>IMPROVE</a:t>
            </a:r>
          </a:p>
        </p:txBody>
      </p:sp>
      <p:sp>
        <p:nvSpPr>
          <p:cNvPr id="50" name="Text 47">
            <a:extLst>
              <a:ext uri="{FF2B5EF4-FFF2-40B4-BE49-F238E27FC236}">
                <a16:creationId xmlns:a16="http://schemas.microsoft.com/office/drawing/2014/main" id="{95291C0C-1327-496E-801F-BD1A1F681BDB}"/>
              </a:ext>
            </a:extLst>
          </p:cNvPr>
          <p:cNvSpPr>
            <a:spLocks noGrp="1"/>
          </p:cNvSpPr>
          <p:nvPr/>
        </p:nvSpPr>
        <p:spPr>
          <a:xfrm>
            <a:off x="11064240" y="6473952"/>
            <a:ext cx="548640" cy="20116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r">
              <a:buNone/>
            </a:pPr>
            <a:r>
              <a:rPr sz="1000" b="1">
                <a:solidFill>
                  <a:srgbClr val="6F8291"/>
                </a:solidFill>
                <a:latin typeface="Noto Sans TC"/>
                <a:ea typeface="Noto Sans TC"/>
                <a:cs typeface="Noto Sans TC"/>
              </a:rPr>
              <a:t>16</a:t>
            </a:r>
          </a:p>
        </p:txBody>
      </p:sp>
      <p:sp>
        <p:nvSpPr>
          <p:cNvPr id="51" name="Shape 48">
            <a:extLst>
              <a:ext uri="{FF2B5EF4-FFF2-40B4-BE49-F238E27FC236}">
                <a16:creationId xmlns:a16="http://schemas.microsoft.com/office/drawing/2014/main" id="{6A81192D-E6D4-4CCA-A3F9-60F8A8EBB8CD}"/>
              </a:ext>
            </a:extLst>
          </p:cNvPr>
          <p:cNvSpPr>
            <a:spLocks noGrp="1"/>
          </p:cNvSpPr>
          <p:nvPr/>
        </p:nvSpPr>
        <p:spPr>
          <a:xfrm>
            <a:off x="6419088" y="6492240"/>
            <a:ext cx="164592" cy="164592"/>
          </a:xfrm>
          <a:prstGeom prst="ellipse">
            <a:avLst/>
          </a:prstGeom>
          <a:solidFill>
            <a:srgbClr val="E8F1F8"/>
          </a:solidFill>
          <a:ln w="12700">
            <a:solidFill>
              <a:srgbClr val="E8F1F8"/>
            </a:solidFill>
            <a:prstDash val="solid"/>
          </a:ln>
        </p:spPr>
      </p:sp>
      <p:sp>
        <p:nvSpPr>
          <p:cNvPr id="52" name="Text 49">
            <a:extLst>
              <a:ext uri="{FF2B5EF4-FFF2-40B4-BE49-F238E27FC236}">
                <a16:creationId xmlns:a16="http://schemas.microsoft.com/office/drawing/2014/main" id="{1779AB40-4D0F-4099-9270-FBAC639CDC6B}"/>
              </a:ext>
            </a:extLst>
          </p:cNvPr>
          <p:cNvSpPr>
            <a:spLocks noGrp="1"/>
          </p:cNvSpPr>
          <p:nvPr/>
        </p:nvSpPr>
        <p:spPr>
          <a:xfrm>
            <a:off x="6629400" y="6496812"/>
            <a:ext cx="164592" cy="14630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750" b="1">
                <a:solidFill>
                  <a:srgbClr val="6F8291"/>
                </a:solidFill>
                <a:latin typeface="Noto Sans TC"/>
                <a:ea typeface="Noto Sans TC"/>
                <a:cs typeface="Noto Sans TC"/>
              </a:rPr>
              <a:t>S</a:t>
            </a:r>
          </a:p>
        </p:txBody>
      </p:sp>
      <p:sp>
        <p:nvSpPr>
          <p:cNvPr id="53" name="Shape 50">
            <a:extLst>
              <a:ext uri="{FF2B5EF4-FFF2-40B4-BE49-F238E27FC236}">
                <a16:creationId xmlns:a16="http://schemas.microsoft.com/office/drawing/2014/main" id="{B0EB2C61-076C-49B2-A70B-7BB7C9FFD84F}"/>
              </a:ext>
            </a:extLst>
          </p:cNvPr>
          <p:cNvSpPr>
            <a:spLocks noGrp="1"/>
          </p:cNvSpPr>
          <p:nvPr/>
        </p:nvSpPr>
        <p:spPr>
          <a:xfrm>
            <a:off x="6986016" y="6492240"/>
            <a:ext cx="164592" cy="164592"/>
          </a:xfrm>
          <a:prstGeom prst="ellipse">
            <a:avLst/>
          </a:prstGeom>
          <a:solidFill>
            <a:srgbClr val="E8F1F8"/>
          </a:solidFill>
          <a:ln w="12700">
            <a:solidFill>
              <a:srgbClr val="E8F1F8"/>
            </a:solidFill>
            <a:prstDash val="solid"/>
          </a:ln>
        </p:spPr>
      </p:sp>
      <p:sp>
        <p:nvSpPr>
          <p:cNvPr id="54" name="Text 51">
            <a:extLst>
              <a:ext uri="{FF2B5EF4-FFF2-40B4-BE49-F238E27FC236}">
                <a16:creationId xmlns:a16="http://schemas.microsoft.com/office/drawing/2014/main" id="{087F3FB7-F5D2-4292-BF20-3C221C7F8C62}"/>
              </a:ext>
            </a:extLst>
          </p:cNvPr>
          <p:cNvSpPr>
            <a:spLocks noGrp="1"/>
          </p:cNvSpPr>
          <p:nvPr/>
        </p:nvSpPr>
        <p:spPr>
          <a:xfrm>
            <a:off x="7196328" y="6496812"/>
            <a:ext cx="164592" cy="14630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750" b="1">
                <a:solidFill>
                  <a:srgbClr val="6F8291"/>
                </a:solidFill>
                <a:latin typeface="Noto Sans TC"/>
                <a:ea typeface="Noto Sans TC"/>
                <a:cs typeface="Noto Sans TC"/>
              </a:rPr>
              <a:t>C</a:t>
            </a:r>
          </a:p>
        </p:txBody>
      </p:sp>
      <p:sp>
        <p:nvSpPr>
          <p:cNvPr id="55" name="Shape 52">
            <a:extLst>
              <a:ext uri="{FF2B5EF4-FFF2-40B4-BE49-F238E27FC236}">
                <a16:creationId xmlns:a16="http://schemas.microsoft.com/office/drawing/2014/main" id="{D5171F70-0A08-426C-8DFC-A3ECDE93F979}"/>
              </a:ext>
            </a:extLst>
          </p:cNvPr>
          <p:cNvSpPr>
            <a:spLocks noGrp="1"/>
          </p:cNvSpPr>
          <p:nvPr/>
        </p:nvSpPr>
        <p:spPr>
          <a:xfrm>
            <a:off x="7552944" y="6492240"/>
            <a:ext cx="164592" cy="164592"/>
          </a:xfrm>
          <a:prstGeom prst="ellipse">
            <a:avLst/>
          </a:prstGeom>
          <a:solidFill>
            <a:srgbClr val="E8F1F8"/>
          </a:solidFill>
          <a:ln w="12700">
            <a:solidFill>
              <a:srgbClr val="E8F1F8"/>
            </a:solidFill>
            <a:prstDash val="solid"/>
          </a:ln>
        </p:spPr>
      </p:sp>
      <p:sp>
        <p:nvSpPr>
          <p:cNvPr id="56" name="Text 53">
            <a:extLst>
              <a:ext uri="{FF2B5EF4-FFF2-40B4-BE49-F238E27FC236}">
                <a16:creationId xmlns:a16="http://schemas.microsoft.com/office/drawing/2014/main" id="{12655B77-0B9D-43B9-A60B-15B5E8844470}"/>
              </a:ext>
            </a:extLst>
          </p:cNvPr>
          <p:cNvSpPr>
            <a:spLocks noGrp="1"/>
          </p:cNvSpPr>
          <p:nvPr/>
        </p:nvSpPr>
        <p:spPr>
          <a:xfrm>
            <a:off x="7763256" y="6496812"/>
            <a:ext cx="164592" cy="14630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750" b="1">
                <a:solidFill>
                  <a:srgbClr val="6F8291"/>
                </a:solidFill>
                <a:latin typeface="Noto Sans TC"/>
                <a:ea typeface="Noto Sans TC"/>
                <a:cs typeface="Noto Sans TC"/>
              </a:rPr>
              <a:t>P</a:t>
            </a:r>
          </a:p>
        </p:txBody>
      </p:sp>
      <p:sp>
        <p:nvSpPr>
          <p:cNvPr id="57" name="Shape 54">
            <a:extLst>
              <a:ext uri="{FF2B5EF4-FFF2-40B4-BE49-F238E27FC236}">
                <a16:creationId xmlns:a16="http://schemas.microsoft.com/office/drawing/2014/main" id="{AA189970-B4A3-4DF2-A706-BBE91CA58720}"/>
              </a:ext>
            </a:extLst>
          </p:cNvPr>
          <p:cNvSpPr>
            <a:spLocks noGrp="1"/>
          </p:cNvSpPr>
          <p:nvPr/>
        </p:nvSpPr>
        <p:spPr>
          <a:xfrm>
            <a:off x="8119872" y="6492240"/>
            <a:ext cx="164592" cy="164592"/>
          </a:xfrm>
          <a:prstGeom prst="ellipse">
            <a:avLst/>
          </a:prstGeom>
          <a:solidFill>
            <a:srgbClr val="E8F1F8"/>
          </a:solidFill>
          <a:ln w="12700">
            <a:solidFill>
              <a:srgbClr val="E8F1F8"/>
            </a:solidFill>
            <a:prstDash val="solid"/>
          </a:ln>
        </p:spPr>
      </p:sp>
      <p:sp>
        <p:nvSpPr>
          <p:cNvPr id="58" name="Text 55">
            <a:extLst>
              <a:ext uri="{FF2B5EF4-FFF2-40B4-BE49-F238E27FC236}">
                <a16:creationId xmlns:a16="http://schemas.microsoft.com/office/drawing/2014/main" id="{10A41FF2-20E8-41EB-920B-73724D9E7F7A}"/>
              </a:ext>
            </a:extLst>
          </p:cNvPr>
          <p:cNvSpPr>
            <a:spLocks noGrp="1"/>
          </p:cNvSpPr>
          <p:nvPr/>
        </p:nvSpPr>
        <p:spPr>
          <a:xfrm>
            <a:off x="8330184" y="6496812"/>
            <a:ext cx="164592" cy="14630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750" b="1">
                <a:solidFill>
                  <a:srgbClr val="6F8291"/>
                </a:solidFill>
                <a:latin typeface="Noto Sans TC"/>
                <a:ea typeface="Noto Sans TC"/>
                <a:cs typeface="Noto Sans TC"/>
              </a:rPr>
              <a:t>A</a:t>
            </a:r>
          </a:p>
        </p:txBody>
      </p:sp>
      <p:sp>
        <p:nvSpPr>
          <p:cNvPr id="59" name="Shape 56">
            <a:extLst>
              <a:ext uri="{FF2B5EF4-FFF2-40B4-BE49-F238E27FC236}">
                <a16:creationId xmlns:a16="http://schemas.microsoft.com/office/drawing/2014/main" id="{DB010785-E1D4-4B9E-A79B-EB640668B5EC}"/>
              </a:ext>
            </a:extLst>
          </p:cNvPr>
          <p:cNvSpPr>
            <a:spLocks noGrp="1"/>
          </p:cNvSpPr>
          <p:nvPr/>
        </p:nvSpPr>
        <p:spPr>
          <a:xfrm>
            <a:off x="8686800" y="6492240"/>
            <a:ext cx="164592" cy="164592"/>
          </a:xfrm>
          <a:prstGeom prst="ellipse">
            <a:avLst/>
          </a:prstGeom>
          <a:solidFill>
            <a:srgbClr val="E8F1F8"/>
          </a:solidFill>
          <a:ln w="12700">
            <a:solidFill>
              <a:srgbClr val="E8F1F8"/>
            </a:solidFill>
            <a:prstDash val="solid"/>
          </a:ln>
        </p:spPr>
      </p:sp>
      <p:sp>
        <p:nvSpPr>
          <p:cNvPr id="60" name="Text 57">
            <a:extLst>
              <a:ext uri="{FF2B5EF4-FFF2-40B4-BE49-F238E27FC236}">
                <a16:creationId xmlns:a16="http://schemas.microsoft.com/office/drawing/2014/main" id="{5D49450A-4588-4CCF-B5B6-44375C164E04}"/>
              </a:ext>
            </a:extLst>
          </p:cNvPr>
          <p:cNvSpPr>
            <a:spLocks noGrp="1"/>
          </p:cNvSpPr>
          <p:nvPr/>
        </p:nvSpPr>
        <p:spPr>
          <a:xfrm>
            <a:off x="8897112" y="6496812"/>
            <a:ext cx="164592" cy="14630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750" b="1">
                <a:solidFill>
                  <a:srgbClr val="6F8291"/>
                </a:solidFill>
                <a:latin typeface="Noto Sans TC"/>
                <a:ea typeface="Noto Sans TC"/>
                <a:cs typeface="Noto Sans TC"/>
              </a:rPr>
              <a:t>R</a:t>
            </a:r>
          </a:p>
        </p:txBody>
      </p:sp>
      <p:sp>
        <p:nvSpPr>
          <p:cNvPr id="61" name="Shape 58">
            <a:extLst>
              <a:ext uri="{FF2B5EF4-FFF2-40B4-BE49-F238E27FC236}">
                <a16:creationId xmlns:a16="http://schemas.microsoft.com/office/drawing/2014/main" id="{4944325F-9FAB-4C1C-87DA-A27397665B36}"/>
              </a:ext>
            </a:extLst>
          </p:cNvPr>
          <p:cNvSpPr>
            <a:spLocks noGrp="1"/>
          </p:cNvSpPr>
          <p:nvPr/>
        </p:nvSpPr>
        <p:spPr>
          <a:xfrm>
            <a:off x="9253728" y="6492240"/>
            <a:ext cx="164592" cy="164592"/>
          </a:xfrm>
          <a:prstGeom prst="ellipse">
            <a:avLst/>
          </a:prstGeom>
          <a:solidFill>
            <a:srgbClr val="3679B9"/>
          </a:solidFill>
          <a:ln w="12700">
            <a:solidFill>
              <a:srgbClr val="3679B9"/>
            </a:solidFill>
            <a:prstDash val="solid"/>
          </a:ln>
        </p:spPr>
      </p:sp>
      <p:sp>
        <p:nvSpPr>
          <p:cNvPr id="62" name="Text 59">
            <a:extLst>
              <a:ext uri="{FF2B5EF4-FFF2-40B4-BE49-F238E27FC236}">
                <a16:creationId xmlns:a16="http://schemas.microsoft.com/office/drawing/2014/main" id="{DAC434DC-FF4F-43E8-9596-2E43ECA8C455}"/>
              </a:ext>
            </a:extLst>
          </p:cNvPr>
          <p:cNvSpPr>
            <a:spLocks noGrp="1"/>
          </p:cNvSpPr>
          <p:nvPr/>
        </p:nvSpPr>
        <p:spPr>
          <a:xfrm>
            <a:off x="9464040" y="6496812"/>
            <a:ext cx="164592" cy="14630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750" b="1">
                <a:solidFill>
                  <a:srgbClr val="6F8291"/>
                </a:solidFill>
                <a:latin typeface="Noto Sans TC"/>
                <a:ea typeface="Noto Sans TC"/>
                <a:cs typeface="Noto Sans TC"/>
              </a:rPr>
              <a:t>I</a:t>
            </a:r>
          </a:p>
        </p:txBody>
      </p:sp>
      <p:sp>
        <p:nvSpPr>
          <p:cNvPr id="63" name="Shape 60">
            <a:extLst>
              <a:ext uri="{FF2B5EF4-FFF2-40B4-BE49-F238E27FC236}">
                <a16:creationId xmlns:a16="http://schemas.microsoft.com/office/drawing/2014/main" id="{3CD528F5-7336-43EE-8955-BBE3FCCB2B61}"/>
              </a:ext>
            </a:extLst>
          </p:cNvPr>
          <p:cNvSpPr>
            <a:spLocks noGrp="1"/>
          </p:cNvSpPr>
          <p:nvPr/>
        </p:nvSpPr>
        <p:spPr>
          <a:xfrm>
            <a:off x="731520" y="1828800"/>
            <a:ext cx="2359152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4" name="Shape 61">
            <a:extLst>
              <a:ext uri="{FF2B5EF4-FFF2-40B4-BE49-F238E27FC236}">
                <a16:creationId xmlns:a16="http://schemas.microsoft.com/office/drawing/2014/main" id="{D282B924-846D-4A65-8151-2E8812807074}"/>
              </a:ext>
            </a:extLst>
          </p:cNvPr>
          <p:cNvSpPr>
            <a:spLocks noGrp="1"/>
          </p:cNvSpPr>
          <p:nvPr/>
        </p:nvSpPr>
        <p:spPr>
          <a:xfrm>
            <a:off x="731520" y="1828800"/>
            <a:ext cx="91440" cy="2240280"/>
          </a:xfrm>
          <a:prstGeom prst="rect">
            <a:avLst/>
          </a:prstGeom>
          <a:solidFill>
            <a:srgbClr val="E58A4A"/>
          </a:solidFill>
          <a:ln w="12700">
            <a:solidFill>
              <a:srgbClr val="E58A4A"/>
            </a:solidFill>
            <a:prstDash val="solid"/>
          </a:ln>
        </p:spPr>
      </p:sp>
      <p:sp>
        <p:nvSpPr>
          <p:cNvPr id="65" name="Text 62">
            <a:extLst>
              <a:ext uri="{FF2B5EF4-FFF2-40B4-BE49-F238E27FC236}">
                <a16:creationId xmlns:a16="http://schemas.microsoft.com/office/drawing/2014/main" id="{2CEDAC55-F364-4BB7-8F24-0DFEA46DA409}"/>
              </a:ext>
            </a:extLst>
          </p:cNvPr>
          <p:cNvSpPr>
            <a:spLocks noGrp="1"/>
          </p:cNvSpPr>
          <p:nvPr/>
        </p:nvSpPr>
        <p:spPr>
          <a:xfrm>
            <a:off x="987552" y="2057400"/>
            <a:ext cx="1901952" cy="32004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900" b="1">
                <a:solidFill>
                  <a:srgbClr val="153E6E"/>
                </a:solidFill>
                <a:latin typeface="Noto Sans TC"/>
                <a:ea typeface="Noto Sans TC"/>
                <a:cs typeface="Noto Sans TC"/>
              </a:rPr>
              <a:t>現象</a:t>
            </a:r>
          </a:p>
        </p:txBody>
      </p:sp>
      <p:sp>
        <p:nvSpPr>
          <p:cNvPr id="66" name="Text 63">
            <a:extLst>
              <a:ext uri="{FF2B5EF4-FFF2-40B4-BE49-F238E27FC236}">
                <a16:creationId xmlns:a16="http://schemas.microsoft.com/office/drawing/2014/main" id="{94D9F200-90DF-4747-9966-DC5D4777C572}"/>
              </a:ext>
            </a:extLst>
          </p:cNvPr>
          <p:cNvSpPr>
            <a:spLocks noGrp="1"/>
          </p:cNvSpPr>
          <p:nvPr/>
        </p:nvSpPr>
        <p:spPr>
          <a:xfrm>
            <a:off x="987552" y="2523744"/>
            <a:ext cx="1883664" cy="1371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>
              <a:buNone/>
            </a:pPr>
            <a:r>
              <a:rPr sz="1500">
                <a:solidFill>
                  <a:srgbClr val="49657A"/>
                </a:solidFill>
                <a:latin typeface="Noto Sans TC"/>
                <a:ea typeface="Noto Sans TC"/>
                <a:cs typeface="Noto Sans TC"/>
              </a:rPr>
              <a:t>模糊學分問題</a:t>
            </a:r>
          </a:p>
          <a:p>
            <a:pPr marL="0" indent="0">
              <a:buNone/>
            </a:pPr>
            <a:r>
              <a:rPr sz="1500">
                <a:solidFill>
                  <a:srgbClr val="49657A"/>
                </a:solidFill>
                <a:latin typeface="Noto Sans TC"/>
                <a:ea typeface="Noto Sans TC"/>
                <a:cs typeface="Noto Sans TC"/>
              </a:rPr>
              <a:t>沒有指定年度／身分</a:t>
            </a:r>
          </a:p>
        </p:txBody>
      </p:sp>
      <p:sp>
        <p:nvSpPr>
          <p:cNvPr id="67" name="Text 64">
            <a:extLst>
              <a:ext uri="{FF2B5EF4-FFF2-40B4-BE49-F238E27FC236}">
                <a16:creationId xmlns:a16="http://schemas.microsoft.com/office/drawing/2014/main" id="{337437B2-0F06-4DE0-B97E-899A0D47E7F6}"/>
              </a:ext>
            </a:extLst>
          </p:cNvPr>
          <p:cNvSpPr>
            <a:spLocks noGrp="1"/>
          </p:cNvSpPr>
          <p:nvPr/>
        </p:nvSpPr>
        <p:spPr>
          <a:xfrm>
            <a:off x="3154680" y="2697480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ctr">
            <a:normAutofit fontScale="85000" lnSpcReduction="20000"/>
          </a:bodyPr>
          <a:lstStyle/>
          <a:p>
            <a:pPr marL="0" indent="0" algn="ctr">
              <a:buNone/>
            </a:pPr>
            <a:r>
              <a:rPr sz="2500" b="1">
                <a:solidFill>
                  <a:srgbClr val="E58A4A"/>
                </a:solidFill>
                <a:latin typeface="Noto Sans TC"/>
                <a:ea typeface="Noto Sans TC"/>
                <a:cs typeface="Noto Sans TC"/>
              </a:rPr>
              <a:t>→</a:t>
            </a:r>
          </a:p>
        </p:txBody>
      </p:sp>
      <p:sp>
        <p:nvSpPr>
          <p:cNvPr id="68" name="Shape 65">
            <a:extLst>
              <a:ext uri="{FF2B5EF4-FFF2-40B4-BE49-F238E27FC236}">
                <a16:creationId xmlns:a16="http://schemas.microsoft.com/office/drawing/2014/main" id="{A94EF899-9300-4E03-80EF-D6BB72E53852}"/>
              </a:ext>
            </a:extLst>
          </p:cNvPr>
          <p:cNvSpPr>
            <a:spLocks noGrp="1"/>
          </p:cNvSpPr>
          <p:nvPr/>
        </p:nvSpPr>
        <p:spPr>
          <a:xfrm>
            <a:off x="3566160" y="1828800"/>
            <a:ext cx="2359152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9" name="Shape 66">
            <a:extLst>
              <a:ext uri="{FF2B5EF4-FFF2-40B4-BE49-F238E27FC236}">
                <a16:creationId xmlns:a16="http://schemas.microsoft.com/office/drawing/2014/main" id="{68F4D041-E97B-41E7-8325-D881E103AA93}"/>
              </a:ext>
            </a:extLst>
          </p:cNvPr>
          <p:cNvSpPr>
            <a:spLocks noGrp="1"/>
          </p:cNvSpPr>
          <p:nvPr/>
        </p:nvSpPr>
        <p:spPr>
          <a:xfrm>
            <a:off x="3566160" y="1828800"/>
            <a:ext cx="91440" cy="2240280"/>
          </a:xfrm>
          <a:prstGeom prst="rect">
            <a:avLst/>
          </a:prstGeom>
          <a:solidFill>
            <a:srgbClr val="E8B849"/>
          </a:solidFill>
          <a:ln w="12700">
            <a:solidFill>
              <a:srgbClr val="E8B849"/>
            </a:solidFill>
            <a:prstDash val="solid"/>
          </a:ln>
        </p:spPr>
      </p:sp>
      <p:sp>
        <p:nvSpPr>
          <p:cNvPr id="70" name="Text 67">
            <a:extLst>
              <a:ext uri="{FF2B5EF4-FFF2-40B4-BE49-F238E27FC236}">
                <a16:creationId xmlns:a16="http://schemas.microsoft.com/office/drawing/2014/main" id="{9F427594-D72D-4148-9FE8-405B2087EE30}"/>
              </a:ext>
            </a:extLst>
          </p:cNvPr>
          <p:cNvSpPr>
            <a:spLocks noGrp="1"/>
          </p:cNvSpPr>
          <p:nvPr/>
        </p:nvSpPr>
        <p:spPr>
          <a:xfrm>
            <a:off x="3822192" y="2057400"/>
            <a:ext cx="1901952" cy="32004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900" b="1">
                <a:solidFill>
                  <a:srgbClr val="153E6E"/>
                </a:solidFill>
                <a:latin typeface="Noto Sans TC"/>
                <a:ea typeface="Noto Sans TC"/>
                <a:cs typeface="Noto Sans TC"/>
              </a:rPr>
              <a:t>證據</a:t>
            </a:r>
          </a:p>
        </p:txBody>
      </p:sp>
      <p:sp>
        <p:nvSpPr>
          <p:cNvPr id="71" name="Text 68">
            <a:extLst>
              <a:ext uri="{FF2B5EF4-FFF2-40B4-BE49-F238E27FC236}">
                <a16:creationId xmlns:a16="http://schemas.microsoft.com/office/drawing/2014/main" id="{6EFE209E-E9BF-4536-8CC6-5ABC7746E521}"/>
              </a:ext>
            </a:extLst>
          </p:cNvPr>
          <p:cNvSpPr>
            <a:spLocks noGrp="1"/>
          </p:cNvSpPr>
          <p:nvPr/>
        </p:nvSpPr>
        <p:spPr>
          <a:xfrm>
            <a:off x="3822192" y="2523744"/>
            <a:ext cx="1883664" cy="1371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>
              <a:buNone/>
            </a:pPr>
            <a:r>
              <a:rPr sz="1500">
                <a:solidFill>
                  <a:srgbClr val="49657A"/>
                </a:solidFill>
                <a:latin typeface="Noto Sans TC"/>
                <a:ea typeface="Noto Sans TC"/>
                <a:cs typeface="Noto Sans TC"/>
              </a:rPr>
              <a:t>query_log</a:t>
            </a:r>
          </a:p>
          <a:p>
            <a:pPr marL="0" indent="0">
              <a:buNone/>
            </a:pPr>
            <a:r>
              <a:rPr sz="1500">
                <a:solidFill>
                  <a:srgbClr val="49657A"/>
                </a:solidFill>
                <a:latin typeface="Noto Sans TC"/>
                <a:ea typeface="Noto Sans TC"/>
                <a:cs typeface="Noto Sans TC"/>
              </a:rPr>
              <a:t>needs_context</a:t>
            </a:r>
          </a:p>
        </p:txBody>
      </p:sp>
      <p:sp>
        <p:nvSpPr>
          <p:cNvPr id="72" name="Text 69">
            <a:extLst>
              <a:ext uri="{FF2B5EF4-FFF2-40B4-BE49-F238E27FC236}">
                <a16:creationId xmlns:a16="http://schemas.microsoft.com/office/drawing/2014/main" id="{C989F381-66E9-4151-A721-F09EF14FF5AC}"/>
              </a:ext>
            </a:extLst>
          </p:cNvPr>
          <p:cNvSpPr>
            <a:spLocks noGrp="1"/>
          </p:cNvSpPr>
          <p:nvPr/>
        </p:nvSpPr>
        <p:spPr>
          <a:xfrm>
            <a:off x="5989320" y="2697480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ctr">
            <a:normAutofit fontScale="85000" lnSpcReduction="20000"/>
          </a:bodyPr>
          <a:lstStyle/>
          <a:p>
            <a:pPr marL="0" indent="0" algn="ctr">
              <a:buNone/>
            </a:pPr>
            <a:r>
              <a:rPr sz="2500" b="1">
                <a:solidFill>
                  <a:srgbClr val="E58A4A"/>
                </a:solidFill>
                <a:latin typeface="Noto Sans TC"/>
                <a:ea typeface="Noto Sans TC"/>
                <a:cs typeface="Noto Sans TC"/>
              </a:rPr>
              <a:t>→</a:t>
            </a:r>
          </a:p>
        </p:txBody>
      </p:sp>
      <p:sp>
        <p:nvSpPr>
          <p:cNvPr id="73" name="Shape 70">
            <a:extLst>
              <a:ext uri="{FF2B5EF4-FFF2-40B4-BE49-F238E27FC236}">
                <a16:creationId xmlns:a16="http://schemas.microsoft.com/office/drawing/2014/main" id="{3EA4B525-8D97-4295-AC24-ABDBE8B0D397}"/>
              </a:ext>
            </a:extLst>
          </p:cNvPr>
          <p:cNvSpPr>
            <a:spLocks noGrp="1"/>
          </p:cNvSpPr>
          <p:nvPr/>
        </p:nvSpPr>
        <p:spPr>
          <a:xfrm>
            <a:off x="6400800" y="1828800"/>
            <a:ext cx="2359152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4" name="Shape 71">
            <a:extLst>
              <a:ext uri="{FF2B5EF4-FFF2-40B4-BE49-F238E27FC236}">
                <a16:creationId xmlns:a16="http://schemas.microsoft.com/office/drawing/2014/main" id="{3B56D572-65CE-4A18-8E7E-FF95CFAD1667}"/>
              </a:ext>
            </a:extLst>
          </p:cNvPr>
          <p:cNvSpPr>
            <a:spLocks noGrp="1"/>
          </p:cNvSpPr>
          <p:nvPr/>
        </p:nvSpPr>
        <p:spPr>
          <a:xfrm>
            <a:off x="6400800" y="1828800"/>
            <a:ext cx="91440" cy="2240280"/>
          </a:xfrm>
          <a:prstGeom prst="rect">
            <a:avLst/>
          </a:prstGeom>
          <a:solidFill>
            <a:srgbClr val="49657A"/>
          </a:solidFill>
          <a:ln w="12700">
            <a:solidFill>
              <a:srgbClr val="49657A"/>
            </a:solidFill>
            <a:prstDash val="solid"/>
          </a:ln>
        </p:spPr>
      </p:sp>
      <p:sp>
        <p:nvSpPr>
          <p:cNvPr id="75" name="Text 72">
            <a:extLst>
              <a:ext uri="{FF2B5EF4-FFF2-40B4-BE49-F238E27FC236}">
                <a16:creationId xmlns:a16="http://schemas.microsoft.com/office/drawing/2014/main" id="{4DFAEC61-84DF-4663-A358-6AB21566BCB3}"/>
              </a:ext>
            </a:extLst>
          </p:cNvPr>
          <p:cNvSpPr>
            <a:spLocks noGrp="1"/>
          </p:cNvSpPr>
          <p:nvPr/>
        </p:nvSpPr>
        <p:spPr>
          <a:xfrm>
            <a:off x="6656832" y="2057400"/>
            <a:ext cx="1901952" cy="32004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900" b="1">
                <a:solidFill>
                  <a:srgbClr val="153E6E"/>
                </a:solidFill>
                <a:latin typeface="Noto Sans TC"/>
                <a:ea typeface="Noto Sans TC"/>
                <a:cs typeface="Noto Sans TC"/>
              </a:rPr>
              <a:t>原因</a:t>
            </a:r>
          </a:p>
        </p:txBody>
      </p:sp>
      <p:sp>
        <p:nvSpPr>
          <p:cNvPr id="76" name="Text 73">
            <a:extLst>
              <a:ext uri="{FF2B5EF4-FFF2-40B4-BE49-F238E27FC236}">
                <a16:creationId xmlns:a16="http://schemas.microsoft.com/office/drawing/2014/main" id="{B778611B-5C8C-4557-95B9-6AC009E3AE67}"/>
              </a:ext>
            </a:extLst>
          </p:cNvPr>
          <p:cNvSpPr>
            <a:spLocks noGrp="1"/>
          </p:cNvSpPr>
          <p:nvPr/>
        </p:nvSpPr>
        <p:spPr>
          <a:xfrm>
            <a:off x="6656832" y="2523744"/>
            <a:ext cx="1883664" cy="1371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>
              <a:buNone/>
            </a:pPr>
            <a:r>
              <a:rPr sz="1500">
                <a:solidFill>
                  <a:srgbClr val="49657A"/>
                </a:solidFill>
                <a:latin typeface="Noto Sans TC"/>
                <a:ea typeface="Noto Sans TC"/>
                <a:cs typeface="Noto Sans TC"/>
              </a:rPr>
              <a:t>缺少適用年度</a:t>
            </a:r>
          </a:p>
          <a:p>
            <a:pPr marL="0" indent="0">
              <a:buNone/>
            </a:pPr>
            <a:r>
              <a:rPr sz="1500">
                <a:solidFill>
                  <a:srgbClr val="49657A"/>
                </a:solidFill>
                <a:latin typeface="Noto Sans TC"/>
                <a:ea typeface="Noto Sans TC"/>
                <a:cs typeface="Noto Sans TC"/>
              </a:rPr>
              <a:t>或學生身分</a:t>
            </a:r>
          </a:p>
        </p:txBody>
      </p:sp>
      <p:sp>
        <p:nvSpPr>
          <p:cNvPr id="77" name="Text 74">
            <a:extLst>
              <a:ext uri="{FF2B5EF4-FFF2-40B4-BE49-F238E27FC236}">
                <a16:creationId xmlns:a16="http://schemas.microsoft.com/office/drawing/2014/main" id="{9DA62795-0E9D-401C-844B-CBCB42C1D184}"/>
              </a:ext>
            </a:extLst>
          </p:cNvPr>
          <p:cNvSpPr>
            <a:spLocks noGrp="1"/>
          </p:cNvSpPr>
          <p:nvPr/>
        </p:nvSpPr>
        <p:spPr>
          <a:xfrm>
            <a:off x="8823960" y="2697480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ctr">
            <a:normAutofit fontScale="85000" lnSpcReduction="20000"/>
          </a:bodyPr>
          <a:lstStyle/>
          <a:p>
            <a:pPr marL="0" indent="0" algn="ctr">
              <a:buNone/>
            </a:pPr>
            <a:r>
              <a:rPr sz="2500" b="1">
                <a:solidFill>
                  <a:srgbClr val="E58A4A"/>
                </a:solidFill>
                <a:latin typeface="Noto Sans TC"/>
                <a:ea typeface="Noto Sans TC"/>
                <a:cs typeface="Noto Sans TC"/>
              </a:rPr>
              <a:t>→</a:t>
            </a:r>
          </a:p>
        </p:txBody>
      </p:sp>
      <p:sp>
        <p:nvSpPr>
          <p:cNvPr id="78" name="Shape 75">
            <a:extLst>
              <a:ext uri="{FF2B5EF4-FFF2-40B4-BE49-F238E27FC236}">
                <a16:creationId xmlns:a16="http://schemas.microsoft.com/office/drawing/2014/main" id="{F29E44FE-FEF4-4E66-96BC-406FC51245B0}"/>
              </a:ext>
            </a:extLst>
          </p:cNvPr>
          <p:cNvSpPr>
            <a:spLocks noGrp="1"/>
          </p:cNvSpPr>
          <p:nvPr/>
        </p:nvSpPr>
        <p:spPr>
          <a:xfrm>
            <a:off x="9235440" y="1828800"/>
            <a:ext cx="2359152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9" name="Shape 76">
            <a:extLst>
              <a:ext uri="{FF2B5EF4-FFF2-40B4-BE49-F238E27FC236}">
                <a16:creationId xmlns:a16="http://schemas.microsoft.com/office/drawing/2014/main" id="{3DD4E2D7-F39D-48DC-87FB-50203D125331}"/>
              </a:ext>
            </a:extLst>
          </p:cNvPr>
          <p:cNvSpPr>
            <a:spLocks noGrp="1"/>
          </p:cNvSpPr>
          <p:nvPr/>
        </p:nvSpPr>
        <p:spPr>
          <a:xfrm>
            <a:off x="9235440" y="1828800"/>
            <a:ext cx="91440" cy="2240280"/>
          </a:xfrm>
          <a:prstGeom prst="rect">
            <a:avLst/>
          </a:prstGeom>
          <a:solidFill>
            <a:srgbClr val="3679B9"/>
          </a:solidFill>
          <a:ln w="12700">
            <a:solidFill>
              <a:srgbClr val="3679B9"/>
            </a:solidFill>
            <a:prstDash val="solid"/>
          </a:ln>
        </p:spPr>
      </p:sp>
      <p:sp>
        <p:nvSpPr>
          <p:cNvPr id="80" name="Text 77">
            <a:extLst>
              <a:ext uri="{FF2B5EF4-FFF2-40B4-BE49-F238E27FC236}">
                <a16:creationId xmlns:a16="http://schemas.microsoft.com/office/drawing/2014/main" id="{4D5E9963-51AC-4204-A293-661A0100BC46}"/>
              </a:ext>
            </a:extLst>
          </p:cNvPr>
          <p:cNvSpPr>
            <a:spLocks noGrp="1"/>
          </p:cNvSpPr>
          <p:nvPr/>
        </p:nvSpPr>
        <p:spPr>
          <a:xfrm>
            <a:off x="9491472" y="2057400"/>
            <a:ext cx="1901952" cy="32004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900" b="1">
                <a:solidFill>
                  <a:srgbClr val="153E6E"/>
                </a:solidFill>
                <a:latin typeface="Noto Sans TC"/>
                <a:ea typeface="Noto Sans TC"/>
                <a:cs typeface="Noto Sans TC"/>
              </a:rPr>
              <a:t>動作</a:t>
            </a:r>
          </a:p>
        </p:txBody>
      </p:sp>
      <p:sp>
        <p:nvSpPr>
          <p:cNvPr id="81" name="Text 78">
            <a:extLst>
              <a:ext uri="{FF2B5EF4-FFF2-40B4-BE49-F238E27FC236}">
                <a16:creationId xmlns:a16="http://schemas.microsoft.com/office/drawing/2014/main" id="{42B1D4F8-AEA3-430D-84F3-73F6B6631AF7}"/>
              </a:ext>
            </a:extLst>
          </p:cNvPr>
          <p:cNvSpPr>
            <a:spLocks noGrp="1"/>
          </p:cNvSpPr>
          <p:nvPr/>
        </p:nvSpPr>
        <p:spPr>
          <a:xfrm>
            <a:off x="9491472" y="2523744"/>
            <a:ext cx="1883664" cy="1371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>
              <a:buNone/>
            </a:pPr>
            <a:r>
              <a:rPr sz="1500">
                <a:solidFill>
                  <a:srgbClr val="49657A"/>
                </a:solidFill>
                <a:latin typeface="Noto Sans TC"/>
                <a:ea typeface="Noto Sans TC"/>
                <a:cs typeface="Noto Sans TC"/>
              </a:rPr>
              <a:t>補問情境</a:t>
            </a:r>
          </a:p>
          <a:p>
            <a:pPr marL="0" indent="0">
              <a:buNone/>
            </a:pPr>
            <a:r>
              <a:rPr sz="1500">
                <a:solidFill>
                  <a:srgbClr val="49657A"/>
                </a:solidFill>
                <a:latin typeface="Noto Sans TC"/>
                <a:ea typeface="Noto Sans TC"/>
                <a:cs typeface="Noto Sans TC"/>
              </a:rPr>
              <a:t>再檢索引用</a:t>
            </a:r>
          </a:p>
        </p:txBody>
      </p:sp>
      <p:sp>
        <p:nvSpPr>
          <p:cNvPr id="82" name="Text 79">
            <a:extLst>
              <a:ext uri="{FF2B5EF4-FFF2-40B4-BE49-F238E27FC236}">
                <a16:creationId xmlns:a16="http://schemas.microsoft.com/office/drawing/2014/main" id="{0442A7B3-DEDD-4E1B-9530-E0492EF97A3D}"/>
              </a:ext>
            </a:extLst>
          </p:cNvPr>
          <p:cNvSpPr>
            <a:spLocks noGrp="1"/>
          </p:cNvSpPr>
          <p:nvPr/>
        </p:nvSpPr>
        <p:spPr>
          <a:xfrm>
            <a:off x="841248" y="5001768"/>
            <a:ext cx="10561320" cy="32918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1400">
                <a:solidFill>
                  <a:srgbClr val="49657A"/>
                </a:solidFill>
                <a:latin typeface="Noto Sans TC"/>
                <a:ea typeface="Noto Sans TC"/>
                <a:cs typeface="Noto Sans TC"/>
              </a:rPr>
              <a:t>改善順序：補充情境 → 檢查引用 → 修正切分／檢索 → 再測試。</a:t>
            </a:r>
          </a:p>
        </p:txBody>
      </p:sp>
    </p:spTree>
    <p:extLst>
      <p:ext uri="{BB962C8B-B14F-4D97-AF65-F5344CB8AC3E}">
        <p14:creationId xmlns:p14="http://schemas.microsoft.com/office/powerpoint/2010/main" val="18792172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T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T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T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T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709</Words>
  <Application>Microsoft Macintosh PowerPoint</Application>
  <DocSecurity>0</DocSecurity>
  <PresentationFormat>寬螢幕</PresentationFormat>
  <Paragraphs>233</Paragraphs>
  <Slides>11</Slides>
  <Notes>11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11</vt:i4>
      </vt:variant>
    </vt:vector>
  </HeadingPairs>
  <TitlesOfParts>
    <vt:vector size="15" baseType="lpstr">
      <vt:lpstr>Microsoft JhengHei</vt:lpstr>
      <vt:lpstr>Noto Sans TC</vt:lpstr>
      <vt:lpstr>Arial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TZU</cp:lastModifiedBy>
  <cp:revision>1</cp:revision>
  <dcterms:created xsi:type="dcterms:W3CDTF">2026-08-04T02:28:48Z</dcterms:created>
  <dcterms:modified xsi:type="dcterms:W3CDTF">2026-08-04T03:36:13Z</dcterms:modified>
</cp:coreProperties>
</file>